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76" r:id="rId1"/>
    <p:sldMasterId id="2147483668" r:id="rId2"/>
  </p:sldMasterIdLst>
  <p:notesMasterIdLst>
    <p:notesMasterId r:id="rId19"/>
  </p:notesMasterIdLst>
  <p:sldIdLst>
    <p:sldId id="342" r:id="rId3"/>
    <p:sldId id="345" r:id="rId4"/>
    <p:sldId id="346" r:id="rId5"/>
    <p:sldId id="349" r:id="rId6"/>
    <p:sldId id="351" r:id="rId7"/>
    <p:sldId id="352" r:id="rId8"/>
    <p:sldId id="363" r:id="rId9"/>
    <p:sldId id="353" r:id="rId10"/>
    <p:sldId id="354" r:id="rId11"/>
    <p:sldId id="355" r:id="rId12"/>
    <p:sldId id="356" r:id="rId13"/>
    <p:sldId id="364" r:id="rId14"/>
    <p:sldId id="365" r:id="rId15"/>
    <p:sldId id="366" r:id="rId16"/>
    <p:sldId id="358" r:id="rId17"/>
    <p:sldId id="347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D77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73" autoAdjust="0"/>
    <p:restoredTop sz="93596" autoAdjust="0"/>
  </p:normalViewPr>
  <p:slideViewPr>
    <p:cSldViewPr snapToGrid="0">
      <p:cViewPr varScale="1">
        <p:scale>
          <a:sx n="72" d="100"/>
          <a:sy n="72" d="100"/>
        </p:scale>
        <p:origin x="80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1FC2BC8-C495-4CFE-A749-BD1051724D7A}" type="doc">
      <dgm:prSet loTypeId="urn:microsoft.com/office/officeart/2005/8/layout/hProcess10" loCatId="process" qsTypeId="urn:microsoft.com/office/officeart/2005/8/quickstyle/3d3" qsCatId="3D" csTypeId="urn:microsoft.com/office/officeart/2005/8/colors/colorful2" csCatId="colorful" phldr="1"/>
      <dgm:spPr/>
      <dgm:t>
        <a:bodyPr/>
        <a:lstStyle/>
        <a:p>
          <a:endParaRPr lang="uk-UA"/>
        </a:p>
      </dgm:t>
    </dgm:pt>
    <dgm:pt modelId="{D3635551-2CA3-4DD6-88D3-7C68FD3228C7}">
      <dgm:prSet phldrT="[Текст]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dgm:style>
      </dgm:prSet>
      <dgm:spPr>
        <a:gradFill flip="none" rotWithShape="1">
          <a:gsLst>
            <a:gs pos="0">
              <a:schemeClr val="accent1">
                <a:lumMod val="67000"/>
              </a:schemeClr>
            </a:gs>
            <a:gs pos="48000">
              <a:schemeClr val="accent1">
                <a:lumMod val="97000"/>
                <a:lumOff val="3000"/>
              </a:schemeClr>
            </a:gs>
            <a:gs pos="100000">
              <a:schemeClr val="accent1">
                <a:lumMod val="60000"/>
                <a:lumOff val="40000"/>
              </a:schemeClr>
            </a:gs>
          </a:gsLst>
          <a:lin ang="16200000" scaled="1"/>
          <a:tileRect/>
        </a:gradFill>
        <a:ln>
          <a:noFill/>
        </a:ln>
      </dgm:spPr>
      <dgm:t>
        <a:bodyPr/>
        <a:lstStyle/>
        <a:p>
          <a:r>
            <a:rPr lang="uk-UA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Введення</a:t>
          </a:r>
          <a:endParaRPr lang="uk-UA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A3F0E186-7E32-40FA-BDD3-B10EF6C73FE3}" type="parTrans" cxnId="{599FE0F3-F2C7-46C6-A2AC-48CA7EC23263}">
      <dgm:prSet/>
      <dgm:spPr/>
      <dgm:t>
        <a:bodyPr/>
        <a:lstStyle/>
        <a:p>
          <a:endParaRPr lang="uk-UA"/>
        </a:p>
      </dgm:t>
    </dgm:pt>
    <dgm:pt modelId="{FC182D9F-F366-4BB9-9633-16B3125538C0}" type="sibTrans" cxnId="{599FE0F3-F2C7-46C6-A2AC-48CA7EC23263}">
      <dgm:prSet/>
      <dgm:spPr/>
      <dgm:t>
        <a:bodyPr/>
        <a:lstStyle/>
        <a:p>
          <a:endParaRPr lang="uk-UA"/>
        </a:p>
      </dgm:t>
    </dgm:pt>
    <dgm:pt modelId="{17164031-EC5D-4DDF-9F26-643F2471114E}">
      <dgm:prSet phldrT="[Текст]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dgm:style>
      </dgm:prSet>
      <dgm:spPr>
        <a:gradFill flip="none" rotWithShape="1">
          <a:gsLst>
            <a:gs pos="0">
              <a:schemeClr val="accent1">
                <a:lumMod val="67000"/>
              </a:schemeClr>
            </a:gs>
            <a:gs pos="48000">
              <a:schemeClr val="accent1">
                <a:lumMod val="97000"/>
                <a:lumOff val="3000"/>
              </a:schemeClr>
            </a:gs>
            <a:gs pos="100000">
              <a:schemeClr val="accent1">
                <a:lumMod val="60000"/>
                <a:lumOff val="40000"/>
              </a:schemeClr>
            </a:gs>
          </a:gsLst>
          <a:lin ang="16200000" scaled="1"/>
          <a:tileRect/>
        </a:gradFill>
        <a:ln>
          <a:noFill/>
        </a:ln>
      </dgm:spPr>
      <dgm:t>
        <a:bodyPr/>
        <a:lstStyle/>
        <a:p>
          <a:r>
            <a:rPr lang="uk-UA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Опрацювання</a:t>
          </a:r>
          <a:endParaRPr lang="uk-UA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CDA3D69D-3605-4926-9497-590C8A0B60E0}" type="parTrans" cxnId="{D7504189-AC21-4503-ADB6-85A8CF93D600}">
      <dgm:prSet/>
      <dgm:spPr/>
      <dgm:t>
        <a:bodyPr/>
        <a:lstStyle/>
        <a:p>
          <a:endParaRPr lang="uk-UA"/>
        </a:p>
      </dgm:t>
    </dgm:pt>
    <dgm:pt modelId="{50105533-7CB8-4EAB-AC58-8DAECDD09C0A}" type="sibTrans" cxnId="{D7504189-AC21-4503-ADB6-85A8CF93D600}">
      <dgm:prSet/>
      <dgm:spPr/>
      <dgm:t>
        <a:bodyPr/>
        <a:lstStyle/>
        <a:p>
          <a:endParaRPr lang="uk-UA"/>
        </a:p>
      </dgm:t>
    </dgm:pt>
    <dgm:pt modelId="{5CE97822-CC36-4FB8-90D3-37C9FD488BF0}">
      <dgm:prSet phldrT="[Текст]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dgm:style>
      </dgm:prSet>
      <dgm:spPr>
        <a:gradFill flip="none" rotWithShape="1">
          <a:gsLst>
            <a:gs pos="0">
              <a:schemeClr val="accent1">
                <a:lumMod val="67000"/>
              </a:schemeClr>
            </a:gs>
            <a:gs pos="48000">
              <a:schemeClr val="accent1">
                <a:lumMod val="97000"/>
                <a:lumOff val="3000"/>
              </a:schemeClr>
            </a:gs>
            <a:gs pos="100000">
              <a:schemeClr val="accent1">
                <a:lumMod val="60000"/>
                <a:lumOff val="40000"/>
              </a:schemeClr>
            </a:gs>
          </a:gsLst>
          <a:lin ang="16200000" scaled="1"/>
          <a:tileRect/>
        </a:gradFill>
        <a:ln>
          <a:noFill/>
        </a:ln>
      </dgm:spPr>
      <dgm:t>
        <a:bodyPr/>
        <a:lstStyle/>
        <a:p>
          <a:r>
            <a:rPr lang="uk-UA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Виведення</a:t>
          </a:r>
          <a:endParaRPr lang="uk-UA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D48F764D-FA90-4CB3-92FC-94D7AA7AD2AB}" type="parTrans" cxnId="{863E86BC-8492-4E05-B846-48490C271C3C}">
      <dgm:prSet/>
      <dgm:spPr/>
      <dgm:t>
        <a:bodyPr/>
        <a:lstStyle/>
        <a:p>
          <a:endParaRPr lang="uk-UA"/>
        </a:p>
      </dgm:t>
    </dgm:pt>
    <dgm:pt modelId="{8B41201F-2025-413E-95DD-FE7009A26008}" type="sibTrans" cxnId="{863E86BC-8492-4E05-B846-48490C271C3C}">
      <dgm:prSet/>
      <dgm:spPr/>
      <dgm:t>
        <a:bodyPr/>
        <a:lstStyle/>
        <a:p>
          <a:endParaRPr lang="uk-UA"/>
        </a:p>
      </dgm:t>
    </dgm:pt>
    <dgm:pt modelId="{EE1883A7-9E4D-4C29-A09E-DFBC933C51C8}" type="pres">
      <dgm:prSet presAssocID="{E1FC2BC8-C495-4CFE-A749-BD1051724D7A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uk-UA"/>
        </a:p>
      </dgm:t>
    </dgm:pt>
    <dgm:pt modelId="{82509CB8-B939-4EF6-9769-9ACE58EF927F}" type="pres">
      <dgm:prSet presAssocID="{D3635551-2CA3-4DD6-88D3-7C68FD3228C7}" presName="composite" presStyleCnt="0"/>
      <dgm:spPr/>
    </dgm:pt>
    <dgm:pt modelId="{27B5AA3A-5FC4-4B66-B9D4-36E975A32FA6}" type="pres">
      <dgm:prSet presAssocID="{D3635551-2CA3-4DD6-88D3-7C68FD3228C7}" presName="imagSh" presStyleLbl="bgImgPlace1" presStyleIdx="0" presStyleCnt="3">
        <dgm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dgm:style>
      </dgm:prSet>
      <dgm:spPr>
        <a:solidFill>
          <a:schemeClr val="accent1"/>
        </a:solidFill>
      </dgm:spPr>
      <dgm:t>
        <a:bodyPr/>
        <a:lstStyle/>
        <a:p>
          <a:endParaRPr lang="ru-RU"/>
        </a:p>
      </dgm:t>
    </dgm:pt>
    <dgm:pt modelId="{167B171E-AEC8-4677-AA28-8BEE8F0244BE}" type="pres">
      <dgm:prSet presAssocID="{D3635551-2CA3-4DD6-88D3-7C68FD3228C7}" presName="tx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uk-UA"/>
        </a:p>
      </dgm:t>
    </dgm:pt>
    <dgm:pt modelId="{7EA210D4-E600-4CA1-B0F7-86707577329D}" type="pres">
      <dgm:prSet presAssocID="{FC182D9F-F366-4BB9-9633-16B3125538C0}" presName="sibTrans" presStyleLbl="sibTrans2D1" presStyleIdx="0" presStyleCnt="2"/>
      <dgm:spPr/>
      <dgm:t>
        <a:bodyPr/>
        <a:lstStyle/>
        <a:p>
          <a:endParaRPr lang="uk-UA"/>
        </a:p>
      </dgm:t>
    </dgm:pt>
    <dgm:pt modelId="{8BF775E7-6B27-4732-BFDC-A2C1547C9CD8}" type="pres">
      <dgm:prSet presAssocID="{FC182D9F-F366-4BB9-9633-16B3125538C0}" presName="connTx" presStyleLbl="sibTrans2D1" presStyleIdx="0" presStyleCnt="2"/>
      <dgm:spPr/>
      <dgm:t>
        <a:bodyPr/>
        <a:lstStyle/>
        <a:p>
          <a:endParaRPr lang="uk-UA"/>
        </a:p>
      </dgm:t>
    </dgm:pt>
    <dgm:pt modelId="{44584BEC-B51A-450E-9449-2D4D3D292F30}" type="pres">
      <dgm:prSet presAssocID="{17164031-EC5D-4DDF-9F26-643F2471114E}" presName="composite" presStyleCnt="0"/>
      <dgm:spPr/>
    </dgm:pt>
    <dgm:pt modelId="{AB9C8967-19E5-440A-8684-14B99F765E12}" type="pres">
      <dgm:prSet presAssocID="{17164031-EC5D-4DDF-9F26-643F2471114E}" presName="imagSh" presStyleLbl="bgImgPlace1" presStyleIdx="1" presStyleCnt="3">
        <dgm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dgm:style>
      </dgm:prSet>
      <dgm:spPr>
        <a:gradFill rotWithShape="0">
          <a:gsLst>
            <a:gs pos="0">
              <a:schemeClr val="accent4">
                <a:satMod val="103000"/>
                <a:lumMod val="102000"/>
                <a:tint val="94000"/>
              </a:schemeClr>
            </a:gs>
            <a:gs pos="50000">
              <a:schemeClr val="accent4">
                <a:satMod val="110000"/>
                <a:lumMod val="100000"/>
                <a:shade val="100000"/>
              </a:schemeClr>
            </a:gs>
            <a:gs pos="100000">
              <a:schemeClr val="accent4">
                <a:lumMod val="99000"/>
                <a:satMod val="120000"/>
                <a:shade val="78000"/>
              </a:schemeClr>
            </a:gs>
          </a:gsLst>
          <a:lin ang="5400000" scaled="0"/>
        </a:gradFill>
      </dgm:spPr>
      <dgm:t>
        <a:bodyPr/>
        <a:lstStyle/>
        <a:p>
          <a:endParaRPr lang="ru-RU"/>
        </a:p>
      </dgm:t>
    </dgm:pt>
    <dgm:pt modelId="{9AC04391-54C5-4CF6-9D70-7D87B1F77D22}" type="pres">
      <dgm:prSet presAssocID="{17164031-EC5D-4DDF-9F26-643F2471114E}" presName="tx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uk-UA"/>
        </a:p>
      </dgm:t>
    </dgm:pt>
    <dgm:pt modelId="{7C14CA2A-7332-44DD-9B0B-C45077FB38C3}" type="pres">
      <dgm:prSet presAssocID="{50105533-7CB8-4EAB-AC58-8DAECDD09C0A}" presName="sibTrans" presStyleLbl="sibTrans2D1" presStyleIdx="1" presStyleCnt="2"/>
      <dgm:spPr/>
      <dgm:t>
        <a:bodyPr/>
        <a:lstStyle/>
        <a:p>
          <a:endParaRPr lang="uk-UA"/>
        </a:p>
      </dgm:t>
    </dgm:pt>
    <dgm:pt modelId="{62CE0F9B-0232-4B17-A3EC-717F46FF9CC2}" type="pres">
      <dgm:prSet presAssocID="{50105533-7CB8-4EAB-AC58-8DAECDD09C0A}" presName="connTx" presStyleLbl="sibTrans2D1" presStyleIdx="1" presStyleCnt="2"/>
      <dgm:spPr/>
      <dgm:t>
        <a:bodyPr/>
        <a:lstStyle/>
        <a:p>
          <a:endParaRPr lang="uk-UA"/>
        </a:p>
      </dgm:t>
    </dgm:pt>
    <dgm:pt modelId="{8D352310-E90B-4484-9642-5129C8C4BD44}" type="pres">
      <dgm:prSet presAssocID="{5CE97822-CC36-4FB8-90D3-37C9FD488BF0}" presName="composite" presStyleCnt="0"/>
      <dgm:spPr/>
    </dgm:pt>
    <dgm:pt modelId="{A9D46F4D-2C5A-4B7C-B076-A6022FAC00FC}" type="pres">
      <dgm:prSet presAssocID="{5CE97822-CC36-4FB8-90D3-37C9FD488BF0}" presName="imagSh" presStyleLbl="bgImgPlace1" presStyleIdx="2" presStyleCnt="3">
        <dgm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dgm:style>
      </dgm:prSet>
      <dgm:spPr>
        <a:gradFill rotWithShape="0">
          <a:gsLst>
            <a:gs pos="0">
              <a:schemeClr val="accent1">
                <a:satMod val="103000"/>
                <a:lumMod val="102000"/>
                <a:tint val="94000"/>
              </a:schemeClr>
            </a:gs>
            <a:gs pos="50000">
              <a:schemeClr val="accent1">
                <a:satMod val="110000"/>
                <a:lumMod val="100000"/>
                <a:shade val="100000"/>
              </a:schemeClr>
            </a:gs>
            <a:gs pos="100000">
              <a:schemeClr val="accent1">
                <a:lumMod val="99000"/>
                <a:satMod val="120000"/>
                <a:shade val="78000"/>
              </a:schemeClr>
            </a:gs>
          </a:gsLst>
          <a:lin ang="5400000" scaled="0"/>
        </a:gradFill>
      </dgm:spPr>
      <dgm:t>
        <a:bodyPr/>
        <a:lstStyle/>
        <a:p>
          <a:endParaRPr lang="ru-RU"/>
        </a:p>
      </dgm:t>
    </dgm:pt>
    <dgm:pt modelId="{8C417E7A-5B4B-410F-BBEA-6A2778B54C36}" type="pres">
      <dgm:prSet presAssocID="{5CE97822-CC36-4FB8-90D3-37C9FD488BF0}" presName="tx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uk-UA"/>
        </a:p>
      </dgm:t>
    </dgm:pt>
  </dgm:ptLst>
  <dgm:cxnLst>
    <dgm:cxn modelId="{C348D822-C28E-4050-8DC0-7637177F5002}" type="presOf" srcId="{FC182D9F-F366-4BB9-9633-16B3125538C0}" destId="{7EA210D4-E600-4CA1-B0F7-86707577329D}" srcOrd="0" destOrd="0" presId="urn:microsoft.com/office/officeart/2005/8/layout/hProcess10"/>
    <dgm:cxn modelId="{AB28A6B8-A832-42D8-96FA-B8C251C1E96C}" type="presOf" srcId="{5CE97822-CC36-4FB8-90D3-37C9FD488BF0}" destId="{8C417E7A-5B4B-410F-BBEA-6A2778B54C36}" srcOrd="0" destOrd="0" presId="urn:microsoft.com/office/officeart/2005/8/layout/hProcess10"/>
    <dgm:cxn modelId="{599FE0F3-F2C7-46C6-A2AC-48CA7EC23263}" srcId="{E1FC2BC8-C495-4CFE-A749-BD1051724D7A}" destId="{D3635551-2CA3-4DD6-88D3-7C68FD3228C7}" srcOrd="0" destOrd="0" parTransId="{A3F0E186-7E32-40FA-BDD3-B10EF6C73FE3}" sibTransId="{FC182D9F-F366-4BB9-9633-16B3125538C0}"/>
    <dgm:cxn modelId="{D7504189-AC21-4503-ADB6-85A8CF93D600}" srcId="{E1FC2BC8-C495-4CFE-A749-BD1051724D7A}" destId="{17164031-EC5D-4DDF-9F26-643F2471114E}" srcOrd="1" destOrd="0" parTransId="{CDA3D69D-3605-4926-9497-590C8A0B60E0}" sibTransId="{50105533-7CB8-4EAB-AC58-8DAECDD09C0A}"/>
    <dgm:cxn modelId="{FDBACFD9-CCBC-43CD-BEFF-4DB5E723FDBC}" type="presOf" srcId="{50105533-7CB8-4EAB-AC58-8DAECDD09C0A}" destId="{62CE0F9B-0232-4B17-A3EC-717F46FF9CC2}" srcOrd="1" destOrd="0" presId="urn:microsoft.com/office/officeart/2005/8/layout/hProcess10"/>
    <dgm:cxn modelId="{DC9C75EF-4463-42F2-89BD-2C6A7CD5D7CF}" type="presOf" srcId="{50105533-7CB8-4EAB-AC58-8DAECDD09C0A}" destId="{7C14CA2A-7332-44DD-9B0B-C45077FB38C3}" srcOrd="0" destOrd="0" presId="urn:microsoft.com/office/officeart/2005/8/layout/hProcess10"/>
    <dgm:cxn modelId="{79EB4C51-1577-4FF9-8D52-F788C3C089CA}" type="presOf" srcId="{E1FC2BC8-C495-4CFE-A749-BD1051724D7A}" destId="{EE1883A7-9E4D-4C29-A09E-DFBC933C51C8}" srcOrd="0" destOrd="0" presId="urn:microsoft.com/office/officeart/2005/8/layout/hProcess10"/>
    <dgm:cxn modelId="{132F7DFA-F553-4EB5-9FC1-B400EA2F8768}" type="presOf" srcId="{FC182D9F-F366-4BB9-9633-16B3125538C0}" destId="{8BF775E7-6B27-4732-BFDC-A2C1547C9CD8}" srcOrd="1" destOrd="0" presId="urn:microsoft.com/office/officeart/2005/8/layout/hProcess10"/>
    <dgm:cxn modelId="{EE659AD8-B9C5-455D-91ED-C110D0C0085B}" type="presOf" srcId="{17164031-EC5D-4DDF-9F26-643F2471114E}" destId="{9AC04391-54C5-4CF6-9D70-7D87B1F77D22}" srcOrd="0" destOrd="0" presId="urn:microsoft.com/office/officeart/2005/8/layout/hProcess10"/>
    <dgm:cxn modelId="{C7160864-8212-49D8-8401-E0B92A8F55C2}" type="presOf" srcId="{D3635551-2CA3-4DD6-88D3-7C68FD3228C7}" destId="{167B171E-AEC8-4677-AA28-8BEE8F0244BE}" srcOrd="0" destOrd="0" presId="urn:microsoft.com/office/officeart/2005/8/layout/hProcess10"/>
    <dgm:cxn modelId="{863E86BC-8492-4E05-B846-48490C271C3C}" srcId="{E1FC2BC8-C495-4CFE-A749-BD1051724D7A}" destId="{5CE97822-CC36-4FB8-90D3-37C9FD488BF0}" srcOrd="2" destOrd="0" parTransId="{D48F764D-FA90-4CB3-92FC-94D7AA7AD2AB}" sibTransId="{8B41201F-2025-413E-95DD-FE7009A26008}"/>
    <dgm:cxn modelId="{9DB2FC4D-48A5-4B5D-BF78-36C9C8137734}" type="presParOf" srcId="{EE1883A7-9E4D-4C29-A09E-DFBC933C51C8}" destId="{82509CB8-B939-4EF6-9769-9ACE58EF927F}" srcOrd="0" destOrd="0" presId="urn:microsoft.com/office/officeart/2005/8/layout/hProcess10"/>
    <dgm:cxn modelId="{066862CF-D9C5-465E-9D55-75F803458C9B}" type="presParOf" srcId="{82509CB8-B939-4EF6-9769-9ACE58EF927F}" destId="{27B5AA3A-5FC4-4B66-B9D4-36E975A32FA6}" srcOrd="0" destOrd="0" presId="urn:microsoft.com/office/officeart/2005/8/layout/hProcess10"/>
    <dgm:cxn modelId="{121CAB04-E4B8-4660-A456-063AB521EBA9}" type="presParOf" srcId="{82509CB8-B939-4EF6-9769-9ACE58EF927F}" destId="{167B171E-AEC8-4677-AA28-8BEE8F0244BE}" srcOrd="1" destOrd="0" presId="urn:microsoft.com/office/officeart/2005/8/layout/hProcess10"/>
    <dgm:cxn modelId="{648C27CC-AA29-4596-B3A2-4FEA5D5FD8E8}" type="presParOf" srcId="{EE1883A7-9E4D-4C29-A09E-DFBC933C51C8}" destId="{7EA210D4-E600-4CA1-B0F7-86707577329D}" srcOrd="1" destOrd="0" presId="urn:microsoft.com/office/officeart/2005/8/layout/hProcess10"/>
    <dgm:cxn modelId="{E2CE26F2-85B6-43E7-9BAD-1C16CAF08940}" type="presParOf" srcId="{7EA210D4-E600-4CA1-B0F7-86707577329D}" destId="{8BF775E7-6B27-4732-BFDC-A2C1547C9CD8}" srcOrd="0" destOrd="0" presId="urn:microsoft.com/office/officeart/2005/8/layout/hProcess10"/>
    <dgm:cxn modelId="{34197850-1390-4565-898C-5BDB26A24641}" type="presParOf" srcId="{EE1883A7-9E4D-4C29-A09E-DFBC933C51C8}" destId="{44584BEC-B51A-450E-9449-2D4D3D292F30}" srcOrd="2" destOrd="0" presId="urn:microsoft.com/office/officeart/2005/8/layout/hProcess10"/>
    <dgm:cxn modelId="{09DB0EDA-5104-43D6-AC8C-6083DA2F74F8}" type="presParOf" srcId="{44584BEC-B51A-450E-9449-2D4D3D292F30}" destId="{AB9C8967-19E5-440A-8684-14B99F765E12}" srcOrd="0" destOrd="0" presId="urn:microsoft.com/office/officeart/2005/8/layout/hProcess10"/>
    <dgm:cxn modelId="{E73A7A4E-17D6-4219-AFD2-628DF6A8F428}" type="presParOf" srcId="{44584BEC-B51A-450E-9449-2D4D3D292F30}" destId="{9AC04391-54C5-4CF6-9D70-7D87B1F77D22}" srcOrd="1" destOrd="0" presId="urn:microsoft.com/office/officeart/2005/8/layout/hProcess10"/>
    <dgm:cxn modelId="{3FC3D297-E478-46A7-97CC-B253671A214D}" type="presParOf" srcId="{EE1883A7-9E4D-4C29-A09E-DFBC933C51C8}" destId="{7C14CA2A-7332-44DD-9B0B-C45077FB38C3}" srcOrd="3" destOrd="0" presId="urn:microsoft.com/office/officeart/2005/8/layout/hProcess10"/>
    <dgm:cxn modelId="{A0C3E642-2A6F-4336-B8F5-BE962451A711}" type="presParOf" srcId="{7C14CA2A-7332-44DD-9B0B-C45077FB38C3}" destId="{62CE0F9B-0232-4B17-A3EC-717F46FF9CC2}" srcOrd="0" destOrd="0" presId="urn:microsoft.com/office/officeart/2005/8/layout/hProcess10"/>
    <dgm:cxn modelId="{503A72BB-278D-41C5-AB9A-E95638930C74}" type="presParOf" srcId="{EE1883A7-9E4D-4C29-A09E-DFBC933C51C8}" destId="{8D352310-E90B-4484-9642-5129C8C4BD44}" srcOrd="4" destOrd="0" presId="urn:microsoft.com/office/officeart/2005/8/layout/hProcess10"/>
    <dgm:cxn modelId="{C6065A4A-5226-4922-90EB-DB682EF01511}" type="presParOf" srcId="{8D352310-E90B-4484-9642-5129C8C4BD44}" destId="{A9D46F4D-2C5A-4B7C-B076-A6022FAC00FC}" srcOrd="0" destOrd="0" presId="urn:microsoft.com/office/officeart/2005/8/layout/hProcess10"/>
    <dgm:cxn modelId="{DB4BB53B-CE30-4807-861F-A2D11B01D6B1}" type="presParOf" srcId="{8D352310-E90B-4484-9642-5129C8C4BD44}" destId="{8C417E7A-5B4B-410F-BBEA-6A2778B54C36}" srcOrd="1" destOrd="0" presId="urn:microsoft.com/office/officeart/2005/8/layout/hProcess10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B5AA3A-5FC4-4B66-B9D4-36E975A32FA6}">
      <dsp:nvSpPr>
        <dsp:cNvPr id="0" name=""/>
        <dsp:cNvSpPr/>
      </dsp:nvSpPr>
      <dsp:spPr>
        <a:xfrm>
          <a:off x="4539" y="0"/>
          <a:ext cx="2138806" cy="1822571"/>
        </a:xfrm>
        <a:prstGeom prst="roundRect">
          <a:avLst>
            <a:gd name="adj" fmla="val 10000"/>
          </a:avLst>
        </a:prstGeom>
        <a:solidFill>
          <a:schemeClr val="accent1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300000"/>
      </dsp:spPr>
      <dsp:style>
        <a:lnRef idx="0">
          <a:schemeClr val="accent1"/>
        </a:lnRef>
        <a:fillRef idx="3">
          <a:schemeClr val="accent1"/>
        </a:fillRef>
        <a:effectRef idx="3">
          <a:schemeClr val="accent1"/>
        </a:effectRef>
        <a:fontRef idx="minor">
          <a:schemeClr val="lt1"/>
        </a:fontRef>
      </dsp:style>
    </dsp:sp>
    <dsp:sp modelId="{167B171E-AEC8-4677-AA28-8BEE8F0244BE}">
      <dsp:nvSpPr>
        <dsp:cNvPr id="0" name=""/>
        <dsp:cNvSpPr/>
      </dsp:nvSpPr>
      <dsp:spPr>
        <a:xfrm>
          <a:off x="352717" y="1093543"/>
          <a:ext cx="2138806" cy="1822571"/>
        </a:xfrm>
        <a:prstGeom prst="roundRect">
          <a:avLst>
            <a:gd name="adj" fmla="val 10000"/>
          </a:avLst>
        </a:prstGeom>
        <a:gradFill flip="none" rotWithShape="1">
          <a:gsLst>
            <a:gs pos="0">
              <a:schemeClr val="accent1">
                <a:lumMod val="67000"/>
              </a:schemeClr>
            </a:gs>
            <a:gs pos="48000">
              <a:schemeClr val="accent1">
                <a:lumMod val="97000"/>
                <a:lumOff val="3000"/>
              </a:schemeClr>
            </a:gs>
            <a:gs pos="100000">
              <a:schemeClr val="accent1">
                <a:lumMod val="60000"/>
                <a:lumOff val="40000"/>
              </a:schemeClr>
            </a:gs>
          </a:gsLst>
          <a:lin ang="16200000" scaled="1"/>
          <a:tileRect/>
        </a:gra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23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Введення</a:t>
          </a:r>
          <a:endParaRPr lang="uk-UA" sz="23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406098" y="1146924"/>
        <a:ext cx="2032044" cy="1715809"/>
      </dsp:txXfrm>
    </dsp:sp>
    <dsp:sp modelId="{7EA210D4-E600-4CA1-B0F7-86707577329D}">
      <dsp:nvSpPr>
        <dsp:cNvPr id="0" name=""/>
        <dsp:cNvSpPr/>
      </dsp:nvSpPr>
      <dsp:spPr>
        <a:xfrm>
          <a:off x="2555327" y="654323"/>
          <a:ext cx="411981" cy="513925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uk-UA" sz="1800" kern="1200"/>
        </a:p>
      </dsp:txBody>
      <dsp:txXfrm>
        <a:off x="2555327" y="757108"/>
        <a:ext cx="288387" cy="308355"/>
      </dsp:txXfrm>
    </dsp:sp>
    <dsp:sp modelId="{AB9C8967-19E5-440A-8684-14B99F765E12}">
      <dsp:nvSpPr>
        <dsp:cNvPr id="0" name=""/>
        <dsp:cNvSpPr/>
      </dsp:nvSpPr>
      <dsp:spPr>
        <a:xfrm>
          <a:off x="3320435" y="0"/>
          <a:ext cx="2138806" cy="182257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satMod val="103000"/>
                <a:lumMod val="102000"/>
                <a:tint val="94000"/>
              </a:schemeClr>
            </a:gs>
            <a:gs pos="50000">
              <a:schemeClr val="accent4">
                <a:satMod val="110000"/>
                <a:lumMod val="100000"/>
                <a:shade val="100000"/>
              </a:schemeClr>
            </a:gs>
            <a:gs pos="100000">
              <a:schemeClr val="accent4"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300000"/>
      </dsp:spPr>
      <dsp:style>
        <a:lnRef idx="0">
          <a:schemeClr val="accent4"/>
        </a:lnRef>
        <a:fillRef idx="3">
          <a:schemeClr val="accent4"/>
        </a:fillRef>
        <a:effectRef idx="3">
          <a:schemeClr val="accent4"/>
        </a:effectRef>
        <a:fontRef idx="minor">
          <a:schemeClr val="lt1"/>
        </a:fontRef>
      </dsp:style>
    </dsp:sp>
    <dsp:sp modelId="{9AC04391-54C5-4CF6-9D70-7D87B1F77D22}">
      <dsp:nvSpPr>
        <dsp:cNvPr id="0" name=""/>
        <dsp:cNvSpPr/>
      </dsp:nvSpPr>
      <dsp:spPr>
        <a:xfrm>
          <a:off x="3668613" y="1093543"/>
          <a:ext cx="2138806" cy="1822571"/>
        </a:xfrm>
        <a:prstGeom prst="roundRect">
          <a:avLst>
            <a:gd name="adj" fmla="val 10000"/>
          </a:avLst>
        </a:prstGeom>
        <a:gradFill flip="none" rotWithShape="1">
          <a:gsLst>
            <a:gs pos="0">
              <a:schemeClr val="accent1">
                <a:lumMod val="67000"/>
              </a:schemeClr>
            </a:gs>
            <a:gs pos="48000">
              <a:schemeClr val="accent1">
                <a:lumMod val="97000"/>
                <a:lumOff val="3000"/>
              </a:schemeClr>
            </a:gs>
            <a:gs pos="100000">
              <a:schemeClr val="accent1">
                <a:lumMod val="60000"/>
                <a:lumOff val="40000"/>
              </a:schemeClr>
            </a:gs>
          </a:gsLst>
          <a:lin ang="16200000" scaled="1"/>
          <a:tileRect/>
        </a:gra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23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Опрацювання</a:t>
          </a:r>
          <a:endParaRPr lang="uk-UA" sz="23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3721994" y="1146924"/>
        <a:ext cx="2032044" cy="1715809"/>
      </dsp:txXfrm>
    </dsp:sp>
    <dsp:sp modelId="{7C14CA2A-7332-44DD-9B0B-C45077FB38C3}">
      <dsp:nvSpPr>
        <dsp:cNvPr id="0" name=""/>
        <dsp:cNvSpPr/>
      </dsp:nvSpPr>
      <dsp:spPr>
        <a:xfrm>
          <a:off x="5871223" y="654323"/>
          <a:ext cx="411981" cy="513925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-783366"/>
            <a:satOff val="10329"/>
            <a:lumOff val="6078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uk-UA" sz="1800" kern="1200"/>
        </a:p>
      </dsp:txBody>
      <dsp:txXfrm>
        <a:off x="5871223" y="757108"/>
        <a:ext cx="288387" cy="308355"/>
      </dsp:txXfrm>
    </dsp:sp>
    <dsp:sp modelId="{A9D46F4D-2C5A-4B7C-B076-A6022FAC00FC}">
      <dsp:nvSpPr>
        <dsp:cNvPr id="0" name=""/>
        <dsp:cNvSpPr/>
      </dsp:nvSpPr>
      <dsp:spPr>
        <a:xfrm>
          <a:off x="6636331" y="0"/>
          <a:ext cx="2138806" cy="182257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satMod val="103000"/>
                <a:lumMod val="102000"/>
                <a:tint val="94000"/>
              </a:schemeClr>
            </a:gs>
            <a:gs pos="50000">
              <a:schemeClr val="accent1">
                <a:satMod val="110000"/>
                <a:lumMod val="100000"/>
                <a:shade val="100000"/>
              </a:schemeClr>
            </a:gs>
            <a:gs pos="100000">
              <a:schemeClr val="accent1"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300000"/>
      </dsp:spPr>
      <dsp:style>
        <a:lnRef idx="0">
          <a:schemeClr val="accent1"/>
        </a:lnRef>
        <a:fillRef idx="3">
          <a:schemeClr val="accent1"/>
        </a:fillRef>
        <a:effectRef idx="3">
          <a:schemeClr val="accent1"/>
        </a:effectRef>
        <a:fontRef idx="minor">
          <a:schemeClr val="lt1"/>
        </a:fontRef>
      </dsp:style>
    </dsp:sp>
    <dsp:sp modelId="{8C417E7A-5B4B-410F-BBEA-6A2778B54C36}">
      <dsp:nvSpPr>
        <dsp:cNvPr id="0" name=""/>
        <dsp:cNvSpPr/>
      </dsp:nvSpPr>
      <dsp:spPr>
        <a:xfrm>
          <a:off x="6984508" y="1093543"/>
          <a:ext cx="2138806" cy="1822571"/>
        </a:xfrm>
        <a:prstGeom prst="roundRect">
          <a:avLst>
            <a:gd name="adj" fmla="val 10000"/>
          </a:avLst>
        </a:prstGeom>
        <a:gradFill flip="none" rotWithShape="1">
          <a:gsLst>
            <a:gs pos="0">
              <a:schemeClr val="accent1">
                <a:lumMod val="67000"/>
              </a:schemeClr>
            </a:gs>
            <a:gs pos="48000">
              <a:schemeClr val="accent1">
                <a:lumMod val="97000"/>
                <a:lumOff val="3000"/>
              </a:schemeClr>
            </a:gs>
            <a:gs pos="100000">
              <a:schemeClr val="accent1">
                <a:lumMod val="60000"/>
                <a:lumOff val="40000"/>
              </a:schemeClr>
            </a:gs>
          </a:gsLst>
          <a:lin ang="16200000" scaled="1"/>
          <a:tileRect/>
        </a:gra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23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Виведення</a:t>
          </a:r>
          <a:endParaRPr lang="uk-UA" sz="23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7037889" y="1146924"/>
        <a:ext cx="2032044" cy="171580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10">
  <dgm:title val=""/>
  <dgm:desc val=""/>
  <dgm:catLst>
    <dgm:cat type="process" pri="3000"/>
    <dgm:cat type="picture" pri="30000"/>
    <dgm:cat type="pictureconvert" pri="3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op="equ" fact="0.3333"/>
      <dgm:constr type="primFontSz" for="des" forName="txNode" op="equ" val="65"/>
      <dgm:constr type="primFontSz" for="des" forName="connTx" op="equ" val="55"/>
      <dgm:constr type="primFontSz" for="des" forName="connTx" refType="primFontSz" refFor="des" refForName="txNode" op="lte" fact="0.8"/>
    </dgm:constrLst>
    <dgm:ruleLst/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l" for="ch" forName="imagSh"/>
              <dgm:constr type="w" for="ch" forName="imagSh" refType="w" fact="0.86"/>
              <dgm:constr type="t" for="ch" forName="imagSh"/>
              <dgm:constr type="h" for="ch" forName="imagSh" refType="w" refFor="ch" refForName="imagSh"/>
              <dgm:constr type="l" for="ch" forName="txNode" refType="w" fact="0.14"/>
              <dgm:constr type="w" for="ch" forName="txNode" refType="w" refFor="ch" refForName="imagSh"/>
              <dgm:constr type="t" for="ch" forName="txNode" refType="h" refFor="ch" refForName="imagSh" fact="0.6"/>
              <dgm:constr type="h" for="ch" forName="txNode" refType="h" refFor="ch" refForName="imagSh"/>
            </dgm:constrLst>
          </dgm:if>
          <dgm:else name="Name7">
            <dgm:constrLst>
              <dgm:constr type="l" for="ch" forName="imagSh" refType="w" fact="0.14"/>
              <dgm:constr type="w" for="ch" forName="imagSh" refType="w" fact="0.86"/>
              <dgm:constr type="t" for="ch" forName="imagSh"/>
              <dgm:constr type="h" for="ch" forName="imagSh" refType="w" refFor="ch" refForName="imagSh"/>
              <dgm:constr type="l" for="ch" forName="txNode"/>
              <dgm:constr type="w" for="ch" forName="txNode" refType="w" refFor="ch" refForName="imagSh"/>
              <dgm:constr type="t" for="ch" forName="txNode" refType="h" refFor="ch" refForName="imagSh" fact="0.6"/>
              <dgm:constr type="h" for="ch" forName="txNode" refType="h" refFor="ch" refForName="imagSh"/>
            </dgm:constrLst>
          </dgm:else>
        </dgm:choose>
        <dgm:ruleLst/>
        <dgm:layoutNode name="imagSh" styleLbl="b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x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imagSh"/>
            <dgm:param type="dstNode" val="imagSh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35"/>
            <dgm:constr type="endPad" refType="connDist" fact="0.3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F5E78B-FE7C-474B-AC91-ABC1B62969E2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50B4EB-D9F6-4F2F-973A-15D71B3F50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784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© Copyright </a:t>
            </a:r>
            <a:r>
              <a:rPr lang="en-US" b="1" dirty="0"/>
              <a:t>PresentationGO.com</a:t>
            </a:r>
            <a:r>
              <a:rPr lang="en-US" dirty="0"/>
              <a:t> – The free PowerPoint and Google Slides template library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50B4EB-D9F6-4F2F-973A-15D71B3F505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680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© Copyright </a:t>
            </a:r>
            <a:r>
              <a:rPr lang="en-US" b="1" dirty="0"/>
              <a:t>PresentationGO.com</a:t>
            </a:r>
            <a:r>
              <a:rPr lang="en-US" dirty="0"/>
              <a:t> – The free PowerPoint and Google Slides template library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50B4EB-D9F6-4F2F-973A-15D71B3F505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4902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© Copyright </a:t>
            </a:r>
            <a:r>
              <a:rPr lang="en-US" b="1" dirty="0"/>
              <a:t>PresentationGO.com</a:t>
            </a:r>
            <a:r>
              <a:rPr lang="en-US" dirty="0"/>
              <a:t> – The free PowerPoint and Google Slides template library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50B4EB-D9F6-4F2F-973A-15D71B3F505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3142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© Copyright </a:t>
            </a:r>
            <a:r>
              <a:rPr lang="en-US" b="1" dirty="0"/>
              <a:t>PresentationGO.com</a:t>
            </a:r>
            <a:r>
              <a:rPr lang="en-US" dirty="0"/>
              <a:t> – The free PowerPoint and Google Slides template library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50B4EB-D9F6-4F2F-973A-15D71B3F505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0053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© Copyright </a:t>
            </a:r>
            <a:r>
              <a:rPr lang="en-US" b="1" dirty="0"/>
              <a:t>PresentationGO.com</a:t>
            </a:r>
            <a:r>
              <a:rPr lang="en-US" dirty="0"/>
              <a:t> – The free PowerPoint and Google Slides template library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50B4EB-D9F6-4F2F-973A-15D71B3F505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1051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© Copyright </a:t>
            </a:r>
            <a:r>
              <a:rPr lang="en-US" b="1" dirty="0"/>
              <a:t>PresentationGO.com</a:t>
            </a:r>
            <a:r>
              <a:rPr lang="en-US" dirty="0"/>
              <a:t> – The free PowerPoint and Google Slides template library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50B4EB-D9F6-4F2F-973A-15D71B3F505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3357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© Copyright </a:t>
            </a:r>
            <a:r>
              <a:rPr lang="en-US" b="1" dirty="0"/>
              <a:t>PresentationGO.com</a:t>
            </a:r>
            <a:r>
              <a:rPr lang="en-US" dirty="0"/>
              <a:t> – The free PowerPoint and Google Slides template library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50B4EB-D9F6-4F2F-973A-15D71B3F505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7762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© Copyright </a:t>
            </a:r>
            <a:r>
              <a:rPr lang="en-US" b="1" dirty="0"/>
              <a:t>PresentationGO.com</a:t>
            </a:r>
            <a:r>
              <a:rPr lang="en-US" dirty="0"/>
              <a:t> – The free PowerPoint and Google Slides template library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50B4EB-D9F6-4F2F-973A-15D71B3F505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6831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presentationgo.com/" TargetMode="Externa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">
            <a:extLst>
              <a:ext uri="{FF2B5EF4-FFF2-40B4-BE49-F238E27FC236}">
                <a16:creationId xmlns:a16="http://schemas.microsoft.com/office/drawing/2014/main" id="{927D625A-4175-4644-86BB-7C4F37F8C3E8}"/>
              </a:ext>
            </a:extLst>
          </p:cNvPr>
          <p:cNvSpPr/>
          <p:nvPr userDrawn="1"/>
        </p:nvSpPr>
        <p:spPr>
          <a:xfrm>
            <a:off x="0" y="0"/>
            <a:ext cx="12192000" cy="557307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396" extrusionOk="0">
                <a:moveTo>
                  <a:pt x="9790" y="20784"/>
                </a:moveTo>
                <a:lnTo>
                  <a:pt x="12567" y="14724"/>
                </a:lnTo>
                <a:cubicBezTo>
                  <a:pt x="12941" y="13908"/>
                  <a:pt x="13546" y="13908"/>
                  <a:pt x="13920" y="14724"/>
                </a:cubicBezTo>
                <a:lnTo>
                  <a:pt x="16697" y="20784"/>
                </a:lnTo>
                <a:cubicBezTo>
                  <a:pt x="17071" y="21600"/>
                  <a:pt x="17676" y="21600"/>
                  <a:pt x="18050" y="20784"/>
                </a:cubicBezTo>
                <a:lnTo>
                  <a:pt x="21600" y="12769"/>
                </a:lnTo>
                <a:lnTo>
                  <a:pt x="21600" y="0"/>
                </a:lnTo>
                <a:lnTo>
                  <a:pt x="14829" y="0"/>
                </a:lnTo>
                <a:lnTo>
                  <a:pt x="11656" y="0"/>
                </a:lnTo>
                <a:lnTo>
                  <a:pt x="6571" y="0"/>
                </a:lnTo>
                <a:lnTo>
                  <a:pt x="3266" y="0"/>
                </a:lnTo>
                <a:lnTo>
                  <a:pt x="0" y="0"/>
                </a:lnTo>
                <a:lnTo>
                  <a:pt x="0" y="3421"/>
                </a:lnTo>
                <a:lnTo>
                  <a:pt x="8437" y="20784"/>
                </a:lnTo>
                <a:cubicBezTo>
                  <a:pt x="8811" y="21595"/>
                  <a:pt x="9416" y="21595"/>
                  <a:pt x="9790" y="20784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1" name="Shape">
            <a:extLst>
              <a:ext uri="{FF2B5EF4-FFF2-40B4-BE49-F238E27FC236}">
                <a16:creationId xmlns:a16="http://schemas.microsoft.com/office/drawing/2014/main" id="{05988057-D85A-5143-9307-934E8ABA817A}"/>
              </a:ext>
            </a:extLst>
          </p:cNvPr>
          <p:cNvSpPr/>
          <p:nvPr userDrawn="1"/>
        </p:nvSpPr>
        <p:spPr>
          <a:xfrm>
            <a:off x="7407592" y="0"/>
            <a:ext cx="4784408" cy="321341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31" h="21349" extrusionOk="0">
                <a:moveTo>
                  <a:pt x="20714" y="2396"/>
                </a:moveTo>
                <a:lnTo>
                  <a:pt x="18979" y="0"/>
                </a:lnTo>
                <a:lnTo>
                  <a:pt x="2954" y="0"/>
                </a:lnTo>
                <a:lnTo>
                  <a:pt x="508" y="3628"/>
                </a:lnTo>
                <a:cubicBezTo>
                  <a:pt x="-169" y="4632"/>
                  <a:pt x="-169" y="6261"/>
                  <a:pt x="508" y="7265"/>
                </a:cubicBezTo>
                <a:lnTo>
                  <a:pt x="9496" y="20596"/>
                </a:lnTo>
                <a:cubicBezTo>
                  <a:pt x="10173" y="21600"/>
                  <a:pt x="11271" y="21600"/>
                  <a:pt x="11948" y="20596"/>
                </a:cubicBezTo>
                <a:lnTo>
                  <a:pt x="20794" y="7155"/>
                </a:lnTo>
                <a:cubicBezTo>
                  <a:pt x="21203" y="6531"/>
                  <a:pt x="21431" y="5704"/>
                  <a:pt x="21431" y="4835"/>
                </a:cubicBezTo>
                <a:lnTo>
                  <a:pt x="21431" y="4835"/>
                </a:lnTo>
                <a:cubicBezTo>
                  <a:pt x="21425" y="3907"/>
                  <a:pt x="21169" y="3029"/>
                  <a:pt x="20714" y="2396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A2A6FDFB-46FD-4D32-A054-BC9C55F6A0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39352" y="0"/>
            <a:ext cx="4784408" cy="2720340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0" name="Subtitle 2">
            <a:extLst>
              <a:ext uri="{FF2B5EF4-FFF2-40B4-BE49-F238E27FC236}">
                <a16:creationId xmlns:a16="http://schemas.microsoft.com/office/drawing/2014/main" id="{C1F0D0AA-12EA-49AC-BF55-4B2556467E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58768" y="2801939"/>
            <a:ext cx="246888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2">
                    <a:lumMod val="9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21" name="Date Placeholder 3">
            <a:extLst>
              <a:ext uri="{FF2B5EF4-FFF2-40B4-BE49-F238E27FC236}">
                <a16:creationId xmlns:a16="http://schemas.microsoft.com/office/drawing/2014/main" id="{D611355A-2485-4AA5-91FA-EA5F3157B7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</a:t>
            </a:r>
          </a:p>
        </p:txBody>
      </p:sp>
      <p:sp>
        <p:nvSpPr>
          <p:cNvPr id="23" name="Footer Placeholder 4">
            <a:extLst>
              <a:ext uri="{FF2B5EF4-FFF2-40B4-BE49-F238E27FC236}">
                <a16:creationId xmlns:a16="http://schemas.microsoft.com/office/drawing/2014/main" id="{64A10338-DE30-4CA9-A21B-D50D6579B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Your Footer Here</a:t>
            </a:r>
          </a:p>
        </p:txBody>
      </p:sp>
      <p:sp>
        <p:nvSpPr>
          <p:cNvPr id="24" name="Slide Number Placeholder 5">
            <a:extLst>
              <a:ext uri="{FF2B5EF4-FFF2-40B4-BE49-F238E27FC236}">
                <a16:creationId xmlns:a16="http://schemas.microsoft.com/office/drawing/2014/main" id="{49D5EB62-2B81-475B-92EC-DEB93DC3B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72B7600-67E3-4D97-B453-880E2742B982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BD20D2F1-3B14-6E48-9FA9-0CDD732D921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07646" y="596843"/>
            <a:ext cx="4784353" cy="4787378"/>
          </a:xfrm>
          <a:custGeom>
            <a:avLst/>
            <a:gdLst>
              <a:gd name="connsiteX0" fmla="*/ 2393600 w 4784353"/>
              <a:gd name="connsiteY0" fmla="*/ 0 h 4787378"/>
              <a:gd name="connsiteX1" fmla="*/ 2667301 w 4784353"/>
              <a:gd name="connsiteY1" fmla="*/ 113299 h 4787378"/>
              <a:gd name="connsiteX2" fmla="*/ 4624285 w 4784353"/>
              <a:gd name="connsiteY2" fmla="*/ 1933289 h 4787378"/>
              <a:gd name="connsiteX3" fmla="*/ 4784353 w 4784353"/>
              <a:gd name="connsiteY3" fmla="*/ 2300258 h 4787378"/>
              <a:gd name="connsiteX4" fmla="*/ 4642144 w 4784353"/>
              <a:gd name="connsiteY4" fmla="*/ 2650793 h 4787378"/>
              <a:gd name="connsiteX5" fmla="*/ 2667301 w 4784353"/>
              <a:gd name="connsiteY5" fmla="*/ 4674079 h 4787378"/>
              <a:gd name="connsiteX6" fmla="*/ 2119899 w 4784353"/>
              <a:gd name="connsiteY6" fmla="*/ 4674079 h 4787378"/>
              <a:gd name="connsiteX7" fmla="*/ 113355 w 4784353"/>
              <a:gd name="connsiteY7" fmla="*/ 2667453 h 4787378"/>
              <a:gd name="connsiteX8" fmla="*/ 113355 w 4784353"/>
              <a:gd name="connsiteY8" fmla="*/ 2119925 h 4787378"/>
              <a:gd name="connsiteX9" fmla="*/ 2119899 w 4784353"/>
              <a:gd name="connsiteY9" fmla="*/ 113299 h 4787378"/>
              <a:gd name="connsiteX10" fmla="*/ 2393600 w 4784353"/>
              <a:gd name="connsiteY10" fmla="*/ 0 h 47873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84353" h="4787378">
                <a:moveTo>
                  <a:pt x="2393600" y="0"/>
                </a:moveTo>
                <a:cubicBezTo>
                  <a:pt x="2492666" y="0"/>
                  <a:pt x="2591732" y="37766"/>
                  <a:pt x="2667301" y="113299"/>
                </a:cubicBezTo>
                <a:lnTo>
                  <a:pt x="4624285" y="1933289"/>
                </a:lnTo>
                <a:cubicBezTo>
                  <a:pt x="4725862" y="2028521"/>
                  <a:pt x="4784353" y="2160675"/>
                  <a:pt x="4784353" y="2300258"/>
                </a:cubicBezTo>
                <a:cubicBezTo>
                  <a:pt x="4784353" y="2431061"/>
                  <a:pt x="4733452" y="2556912"/>
                  <a:pt x="4642144" y="2650793"/>
                </a:cubicBezTo>
                <a:lnTo>
                  <a:pt x="2667301" y="4674079"/>
                </a:lnTo>
                <a:cubicBezTo>
                  <a:pt x="2516163" y="4825145"/>
                  <a:pt x="2271038" y="4825145"/>
                  <a:pt x="2119899" y="4674079"/>
                </a:cubicBezTo>
                <a:lnTo>
                  <a:pt x="113355" y="2667453"/>
                </a:lnTo>
                <a:cubicBezTo>
                  <a:pt x="-37784" y="2516162"/>
                  <a:pt x="-37784" y="2271216"/>
                  <a:pt x="113355" y="2119925"/>
                </a:cubicBezTo>
                <a:lnTo>
                  <a:pt x="2119899" y="113299"/>
                </a:lnTo>
                <a:cubicBezTo>
                  <a:pt x="2195469" y="37766"/>
                  <a:pt x="2294535" y="0"/>
                  <a:pt x="2393600" y="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s-ES"/>
              <a:t>Haga clic en el icono para agregar una imagen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071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">
            <a:extLst>
              <a:ext uri="{FF2B5EF4-FFF2-40B4-BE49-F238E27FC236}">
                <a16:creationId xmlns:a16="http://schemas.microsoft.com/office/drawing/2014/main" id="{8B0BF0D6-8C0F-F440-9267-A53DEB9AA78F}"/>
              </a:ext>
            </a:extLst>
          </p:cNvPr>
          <p:cNvSpPr/>
          <p:nvPr userDrawn="1"/>
        </p:nvSpPr>
        <p:spPr>
          <a:xfrm>
            <a:off x="-1" y="1"/>
            <a:ext cx="12189455" cy="6858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882" y="4"/>
                </a:moveTo>
                <a:lnTo>
                  <a:pt x="14658" y="4"/>
                </a:lnTo>
                <a:lnTo>
                  <a:pt x="6286" y="4"/>
                </a:lnTo>
                <a:lnTo>
                  <a:pt x="842" y="4"/>
                </a:lnTo>
                <a:lnTo>
                  <a:pt x="0" y="4"/>
                </a:lnTo>
                <a:lnTo>
                  <a:pt x="0" y="12198"/>
                </a:lnTo>
                <a:lnTo>
                  <a:pt x="5609" y="21600"/>
                </a:lnTo>
                <a:lnTo>
                  <a:pt x="15121" y="21600"/>
                </a:lnTo>
                <a:lnTo>
                  <a:pt x="16156" y="19760"/>
                </a:lnTo>
                <a:cubicBezTo>
                  <a:pt x="16770" y="18669"/>
                  <a:pt x="17767" y="18669"/>
                  <a:pt x="18383" y="19760"/>
                </a:cubicBezTo>
                <a:lnTo>
                  <a:pt x="19418" y="21600"/>
                </a:lnTo>
                <a:lnTo>
                  <a:pt x="21600" y="21600"/>
                </a:lnTo>
                <a:lnTo>
                  <a:pt x="21600" y="0"/>
                </a:lnTo>
                <a:lnTo>
                  <a:pt x="19882" y="0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1" name="Shape">
            <a:extLst>
              <a:ext uri="{FF2B5EF4-FFF2-40B4-BE49-F238E27FC236}">
                <a16:creationId xmlns:a16="http://schemas.microsoft.com/office/drawing/2014/main" id="{E924F995-F27F-464E-9A3D-9A085D59B497}"/>
              </a:ext>
            </a:extLst>
          </p:cNvPr>
          <p:cNvSpPr/>
          <p:nvPr userDrawn="1"/>
        </p:nvSpPr>
        <p:spPr>
          <a:xfrm>
            <a:off x="9659620" y="0"/>
            <a:ext cx="2532380" cy="41465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082" h="21600" extrusionOk="0">
                <a:moveTo>
                  <a:pt x="1554" y="9381"/>
                </a:moveTo>
                <a:lnTo>
                  <a:pt x="21082" y="21600"/>
                </a:lnTo>
                <a:lnTo>
                  <a:pt x="21082" y="0"/>
                </a:lnTo>
                <a:lnTo>
                  <a:pt x="9050" y="0"/>
                </a:lnTo>
                <a:lnTo>
                  <a:pt x="1554" y="4690"/>
                </a:lnTo>
                <a:cubicBezTo>
                  <a:pt x="-518" y="5987"/>
                  <a:pt x="-518" y="8084"/>
                  <a:pt x="1554" y="9381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3" name="Shape">
            <a:extLst>
              <a:ext uri="{FF2B5EF4-FFF2-40B4-BE49-F238E27FC236}">
                <a16:creationId xmlns:a16="http://schemas.microsoft.com/office/drawing/2014/main" id="{8DFA5FC3-C3E5-5541-9026-D25D597BA3C5}"/>
              </a:ext>
            </a:extLst>
          </p:cNvPr>
          <p:cNvSpPr/>
          <p:nvPr userDrawn="1"/>
        </p:nvSpPr>
        <p:spPr>
          <a:xfrm>
            <a:off x="9657070" y="2092956"/>
            <a:ext cx="2532384" cy="476504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082" h="21600" extrusionOk="0">
                <a:moveTo>
                  <a:pt x="1554" y="10633"/>
                </a:moveTo>
                <a:cubicBezTo>
                  <a:pt x="-518" y="11761"/>
                  <a:pt x="-518" y="13586"/>
                  <a:pt x="1554" y="14715"/>
                </a:cubicBezTo>
                <a:lnTo>
                  <a:pt x="14199" y="21600"/>
                </a:lnTo>
                <a:lnTo>
                  <a:pt x="21082" y="21600"/>
                </a:lnTo>
                <a:lnTo>
                  <a:pt x="21082" y="0"/>
                </a:lnTo>
                <a:lnTo>
                  <a:pt x="1554" y="10633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0D08B00A-9A13-4AB1-A72D-2F499BA2EB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616696" cy="98818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489DC5E6-DDCD-4B67-B47F-0BD6C54B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85416" y="1426464"/>
            <a:ext cx="7269480" cy="475049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9" name="Date Placeholder 3">
            <a:extLst>
              <a:ext uri="{FF2B5EF4-FFF2-40B4-BE49-F238E27FC236}">
                <a16:creationId xmlns:a16="http://schemas.microsoft.com/office/drawing/2014/main" id="{768C53B7-7FCD-400A-9752-7BFFD8BB3D7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</a:t>
            </a:r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10C428BE-FED7-45A5-9425-7445C51F3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Your Footer Here</a:t>
            </a:r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18FDE52B-46E4-490F-8D9A-1A96457A3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72B7600-67E3-4D97-B453-880E2742B9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7573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">
            <a:extLst>
              <a:ext uri="{FF2B5EF4-FFF2-40B4-BE49-F238E27FC236}">
                <a16:creationId xmlns:a16="http://schemas.microsoft.com/office/drawing/2014/main" id="{72DF30B1-DBCC-3D46-B6AF-909A159B281A}"/>
              </a:ext>
            </a:extLst>
          </p:cNvPr>
          <p:cNvSpPr/>
          <p:nvPr userDrawn="1"/>
        </p:nvSpPr>
        <p:spPr>
          <a:xfrm>
            <a:off x="0" y="5722302"/>
            <a:ext cx="2198373" cy="11356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0905" extrusionOk="0">
                <a:moveTo>
                  <a:pt x="11555" y="2087"/>
                </a:moveTo>
                <a:cubicBezTo>
                  <a:pt x="10070" y="-695"/>
                  <a:pt x="7662" y="-695"/>
                  <a:pt x="6177" y="2087"/>
                </a:cubicBezTo>
                <a:lnTo>
                  <a:pt x="0" y="13962"/>
                </a:lnTo>
                <a:lnTo>
                  <a:pt x="0" y="20905"/>
                </a:lnTo>
                <a:lnTo>
                  <a:pt x="21600" y="20905"/>
                </a:lnTo>
                <a:lnTo>
                  <a:pt x="11555" y="2087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1" name="Shape">
            <a:extLst>
              <a:ext uri="{FF2B5EF4-FFF2-40B4-BE49-F238E27FC236}">
                <a16:creationId xmlns:a16="http://schemas.microsoft.com/office/drawing/2014/main" id="{F6D577BD-6B67-514C-BF16-5D91F0D85224}"/>
              </a:ext>
            </a:extLst>
          </p:cNvPr>
          <p:cNvSpPr/>
          <p:nvPr userDrawn="1"/>
        </p:nvSpPr>
        <p:spPr>
          <a:xfrm>
            <a:off x="4017011" y="1"/>
            <a:ext cx="8174989" cy="150399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0864" extrusionOk="0">
                <a:moveTo>
                  <a:pt x="21600" y="0"/>
                </a:moveTo>
                <a:lnTo>
                  <a:pt x="18164" y="18658"/>
                </a:lnTo>
                <a:cubicBezTo>
                  <a:pt x="17603" y="21600"/>
                  <a:pt x="16697" y="21600"/>
                  <a:pt x="16137" y="18658"/>
                </a:cubicBezTo>
                <a:lnTo>
                  <a:pt x="12584" y="0"/>
                </a:lnTo>
                <a:lnTo>
                  <a:pt x="21600" y="0"/>
                </a:lnTo>
                <a:close/>
                <a:moveTo>
                  <a:pt x="9349" y="0"/>
                </a:moveTo>
                <a:lnTo>
                  <a:pt x="0" y="0"/>
                </a:lnTo>
                <a:lnTo>
                  <a:pt x="3768" y="18658"/>
                </a:lnTo>
                <a:cubicBezTo>
                  <a:pt x="4329" y="21600"/>
                  <a:pt x="5235" y="21600"/>
                  <a:pt x="5795" y="18658"/>
                </a:cubicBezTo>
                <a:lnTo>
                  <a:pt x="9349" y="0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3" name="Shape">
            <a:extLst>
              <a:ext uri="{FF2B5EF4-FFF2-40B4-BE49-F238E27FC236}">
                <a16:creationId xmlns:a16="http://schemas.microsoft.com/office/drawing/2014/main" id="{C87C337B-E594-3D4C-9CC3-60BE9F828538}"/>
              </a:ext>
            </a:extLst>
          </p:cNvPr>
          <p:cNvSpPr/>
          <p:nvPr userDrawn="1"/>
        </p:nvSpPr>
        <p:spPr>
          <a:xfrm>
            <a:off x="9033511" y="0"/>
            <a:ext cx="2941322" cy="132492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001" extrusionOk="0">
                <a:moveTo>
                  <a:pt x="0" y="0"/>
                </a:moveTo>
                <a:lnTo>
                  <a:pt x="8897" y="19204"/>
                </a:lnTo>
                <a:cubicBezTo>
                  <a:pt x="10007" y="21600"/>
                  <a:pt x="11807" y="21600"/>
                  <a:pt x="12917" y="19204"/>
                </a:cubicBez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08888851-8419-4D40-B1E3-9D279F24C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27509"/>
            <a:ext cx="10515600" cy="9370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9CCD0F33-6122-4DA2-AA9D-CA48CEFB92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9888" y="2660903"/>
            <a:ext cx="9963912" cy="351605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9" name="Date Placeholder 3">
            <a:extLst>
              <a:ext uri="{FF2B5EF4-FFF2-40B4-BE49-F238E27FC236}">
                <a16:creationId xmlns:a16="http://schemas.microsoft.com/office/drawing/2014/main" id="{7A8A3FA1-377F-4383-B7E8-14D9409AF6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</a:t>
            </a:r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566F5CF8-699B-4A09-9AD0-718B0175E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Your Footer Here</a:t>
            </a:r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7C55771C-35B2-4842-A572-EEE14A727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72B7600-67E3-4D97-B453-880E2742B9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4733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8CD13F7-FE5E-4564-955B-78635E1D6BD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DFEC6B85-2D6C-4E54-AFB1-FC9C8C5BC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Your Footer Here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C0A08B1B-1C08-468B-84FB-AF1608C8E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72B7600-67E3-4D97-B453-880E2742B982}" type="slidenum">
              <a:rPr lang="en-US" smtClean="0"/>
              <a:t>‹#›</a:t>
            </a:fld>
            <a:endParaRPr lang="en-US"/>
          </a:p>
        </p:txBody>
      </p:sp>
      <p:sp>
        <p:nvSpPr>
          <p:cNvPr id="18" name="Shape">
            <a:extLst>
              <a:ext uri="{FF2B5EF4-FFF2-40B4-BE49-F238E27FC236}">
                <a16:creationId xmlns:a16="http://schemas.microsoft.com/office/drawing/2014/main" id="{4CED3E2F-68D6-F54E-ADB8-5B1AC2574BE1}"/>
              </a:ext>
            </a:extLst>
          </p:cNvPr>
          <p:cNvSpPr/>
          <p:nvPr userDrawn="1"/>
        </p:nvSpPr>
        <p:spPr>
          <a:xfrm>
            <a:off x="0" y="0"/>
            <a:ext cx="12192000" cy="557307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396" extrusionOk="0">
                <a:moveTo>
                  <a:pt x="9790" y="20784"/>
                </a:moveTo>
                <a:lnTo>
                  <a:pt x="12567" y="14724"/>
                </a:lnTo>
                <a:cubicBezTo>
                  <a:pt x="12941" y="13908"/>
                  <a:pt x="13546" y="13908"/>
                  <a:pt x="13920" y="14724"/>
                </a:cubicBezTo>
                <a:lnTo>
                  <a:pt x="16697" y="20784"/>
                </a:lnTo>
                <a:cubicBezTo>
                  <a:pt x="17071" y="21600"/>
                  <a:pt x="17676" y="21600"/>
                  <a:pt x="18050" y="20784"/>
                </a:cubicBezTo>
                <a:lnTo>
                  <a:pt x="21600" y="12769"/>
                </a:lnTo>
                <a:lnTo>
                  <a:pt x="21600" y="0"/>
                </a:lnTo>
                <a:lnTo>
                  <a:pt x="14829" y="0"/>
                </a:lnTo>
                <a:lnTo>
                  <a:pt x="11656" y="0"/>
                </a:lnTo>
                <a:lnTo>
                  <a:pt x="6571" y="0"/>
                </a:lnTo>
                <a:lnTo>
                  <a:pt x="3266" y="0"/>
                </a:lnTo>
                <a:lnTo>
                  <a:pt x="0" y="0"/>
                </a:lnTo>
                <a:lnTo>
                  <a:pt x="0" y="3421"/>
                </a:lnTo>
                <a:lnTo>
                  <a:pt x="8437" y="20784"/>
                </a:lnTo>
                <a:cubicBezTo>
                  <a:pt x="8811" y="21595"/>
                  <a:pt x="9416" y="21595"/>
                  <a:pt x="9790" y="20784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9" name="Shape">
            <a:extLst>
              <a:ext uri="{FF2B5EF4-FFF2-40B4-BE49-F238E27FC236}">
                <a16:creationId xmlns:a16="http://schemas.microsoft.com/office/drawing/2014/main" id="{527216D3-5EBC-6C46-8900-64C289B4656E}"/>
              </a:ext>
            </a:extLst>
          </p:cNvPr>
          <p:cNvSpPr/>
          <p:nvPr userDrawn="1"/>
        </p:nvSpPr>
        <p:spPr>
          <a:xfrm>
            <a:off x="7407592" y="0"/>
            <a:ext cx="4784408" cy="321341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31" h="21349" extrusionOk="0">
                <a:moveTo>
                  <a:pt x="20714" y="2396"/>
                </a:moveTo>
                <a:lnTo>
                  <a:pt x="18979" y="0"/>
                </a:lnTo>
                <a:lnTo>
                  <a:pt x="2954" y="0"/>
                </a:lnTo>
                <a:lnTo>
                  <a:pt x="508" y="3628"/>
                </a:lnTo>
                <a:cubicBezTo>
                  <a:pt x="-169" y="4632"/>
                  <a:pt x="-169" y="6261"/>
                  <a:pt x="508" y="7265"/>
                </a:cubicBezTo>
                <a:lnTo>
                  <a:pt x="9496" y="20596"/>
                </a:lnTo>
                <a:cubicBezTo>
                  <a:pt x="10173" y="21600"/>
                  <a:pt x="11271" y="21600"/>
                  <a:pt x="11948" y="20596"/>
                </a:cubicBezTo>
                <a:lnTo>
                  <a:pt x="20794" y="7155"/>
                </a:lnTo>
                <a:cubicBezTo>
                  <a:pt x="21203" y="6531"/>
                  <a:pt x="21431" y="5704"/>
                  <a:pt x="21431" y="4835"/>
                </a:cubicBezTo>
                <a:lnTo>
                  <a:pt x="21431" y="4835"/>
                </a:lnTo>
                <a:cubicBezTo>
                  <a:pt x="21425" y="3907"/>
                  <a:pt x="21169" y="3029"/>
                  <a:pt x="20714" y="2396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56BFE2F2-EA32-094A-AD8E-CE6C87FF0F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39352" y="332740"/>
            <a:ext cx="4784408" cy="2387600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1" name="Subtitle 2">
            <a:extLst>
              <a:ext uri="{FF2B5EF4-FFF2-40B4-BE49-F238E27FC236}">
                <a16:creationId xmlns:a16="http://schemas.microsoft.com/office/drawing/2014/main" id="{BABDD923-C82C-DF46-9A4A-F98226C5A7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58768" y="2801939"/>
            <a:ext cx="246888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22" name="Freeform 21">
            <a:extLst>
              <a:ext uri="{FF2B5EF4-FFF2-40B4-BE49-F238E27FC236}">
                <a16:creationId xmlns:a16="http://schemas.microsoft.com/office/drawing/2014/main" id="{A0BAAB3C-6794-B648-A67A-A7FB25898B4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07646" y="596843"/>
            <a:ext cx="4784353" cy="4787378"/>
          </a:xfrm>
          <a:custGeom>
            <a:avLst/>
            <a:gdLst>
              <a:gd name="connsiteX0" fmla="*/ 2393600 w 4784353"/>
              <a:gd name="connsiteY0" fmla="*/ 0 h 4787378"/>
              <a:gd name="connsiteX1" fmla="*/ 2667301 w 4784353"/>
              <a:gd name="connsiteY1" fmla="*/ 113299 h 4787378"/>
              <a:gd name="connsiteX2" fmla="*/ 4624285 w 4784353"/>
              <a:gd name="connsiteY2" fmla="*/ 1933289 h 4787378"/>
              <a:gd name="connsiteX3" fmla="*/ 4784353 w 4784353"/>
              <a:gd name="connsiteY3" fmla="*/ 2300258 h 4787378"/>
              <a:gd name="connsiteX4" fmla="*/ 4642144 w 4784353"/>
              <a:gd name="connsiteY4" fmla="*/ 2650793 h 4787378"/>
              <a:gd name="connsiteX5" fmla="*/ 2667301 w 4784353"/>
              <a:gd name="connsiteY5" fmla="*/ 4674079 h 4787378"/>
              <a:gd name="connsiteX6" fmla="*/ 2119899 w 4784353"/>
              <a:gd name="connsiteY6" fmla="*/ 4674079 h 4787378"/>
              <a:gd name="connsiteX7" fmla="*/ 113355 w 4784353"/>
              <a:gd name="connsiteY7" fmla="*/ 2667453 h 4787378"/>
              <a:gd name="connsiteX8" fmla="*/ 113355 w 4784353"/>
              <a:gd name="connsiteY8" fmla="*/ 2119925 h 4787378"/>
              <a:gd name="connsiteX9" fmla="*/ 2119899 w 4784353"/>
              <a:gd name="connsiteY9" fmla="*/ 113299 h 4787378"/>
              <a:gd name="connsiteX10" fmla="*/ 2393600 w 4784353"/>
              <a:gd name="connsiteY10" fmla="*/ 0 h 47873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84353" h="4787378">
                <a:moveTo>
                  <a:pt x="2393600" y="0"/>
                </a:moveTo>
                <a:cubicBezTo>
                  <a:pt x="2492666" y="0"/>
                  <a:pt x="2591732" y="37766"/>
                  <a:pt x="2667301" y="113299"/>
                </a:cubicBezTo>
                <a:lnTo>
                  <a:pt x="4624285" y="1933289"/>
                </a:lnTo>
                <a:cubicBezTo>
                  <a:pt x="4725862" y="2028521"/>
                  <a:pt x="4784353" y="2160675"/>
                  <a:pt x="4784353" y="2300258"/>
                </a:cubicBezTo>
                <a:cubicBezTo>
                  <a:pt x="4784353" y="2431061"/>
                  <a:pt x="4733452" y="2556912"/>
                  <a:pt x="4642144" y="2650793"/>
                </a:cubicBezTo>
                <a:lnTo>
                  <a:pt x="2667301" y="4674079"/>
                </a:lnTo>
                <a:cubicBezTo>
                  <a:pt x="2516163" y="4825145"/>
                  <a:pt x="2271038" y="4825145"/>
                  <a:pt x="2119899" y="4674079"/>
                </a:cubicBezTo>
                <a:lnTo>
                  <a:pt x="113355" y="2667453"/>
                </a:lnTo>
                <a:cubicBezTo>
                  <a:pt x="-37784" y="2516162"/>
                  <a:pt x="-37784" y="2271216"/>
                  <a:pt x="113355" y="2119925"/>
                </a:cubicBezTo>
                <a:lnTo>
                  <a:pt x="2119899" y="113299"/>
                </a:lnTo>
                <a:cubicBezTo>
                  <a:pt x="2195469" y="37766"/>
                  <a:pt x="2294535" y="0"/>
                  <a:pt x="2393600" y="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s-ES"/>
              <a:t>Haga clic en el icono para agregar una imagen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3523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">
            <a:extLst>
              <a:ext uri="{FF2B5EF4-FFF2-40B4-BE49-F238E27FC236}">
                <a16:creationId xmlns:a16="http://schemas.microsoft.com/office/drawing/2014/main" id="{6D7BB67A-9693-3D45-BDD9-B655C98A3C8C}"/>
              </a:ext>
            </a:extLst>
          </p:cNvPr>
          <p:cNvSpPr/>
          <p:nvPr userDrawn="1"/>
        </p:nvSpPr>
        <p:spPr>
          <a:xfrm>
            <a:off x="0" y="1297621"/>
            <a:ext cx="12192000" cy="556037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396" extrusionOk="0">
                <a:moveTo>
                  <a:pt x="11811" y="612"/>
                </a:moveTo>
                <a:lnTo>
                  <a:pt x="9034" y="6672"/>
                </a:lnTo>
                <a:cubicBezTo>
                  <a:pt x="8660" y="7488"/>
                  <a:pt x="8055" y="7488"/>
                  <a:pt x="7681" y="6672"/>
                </a:cubicBezTo>
                <a:lnTo>
                  <a:pt x="4903" y="612"/>
                </a:lnTo>
                <a:cubicBezTo>
                  <a:pt x="4529" y="-204"/>
                  <a:pt x="3924" y="-204"/>
                  <a:pt x="3550" y="612"/>
                </a:cubicBezTo>
                <a:lnTo>
                  <a:pt x="0" y="8627"/>
                </a:lnTo>
                <a:lnTo>
                  <a:pt x="0" y="21396"/>
                </a:lnTo>
                <a:lnTo>
                  <a:pt x="6769" y="21396"/>
                </a:lnTo>
                <a:lnTo>
                  <a:pt x="9943" y="21396"/>
                </a:lnTo>
                <a:lnTo>
                  <a:pt x="15028" y="21396"/>
                </a:lnTo>
                <a:lnTo>
                  <a:pt x="18334" y="21396"/>
                </a:lnTo>
                <a:lnTo>
                  <a:pt x="21600" y="21396"/>
                </a:lnTo>
                <a:lnTo>
                  <a:pt x="21600" y="17975"/>
                </a:lnTo>
                <a:lnTo>
                  <a:pt x="13160" y="612"/>
                </a:lnTo>
                <a:cubicBezTo>
                  <a:pt x="12790" y="-199"/>
                  <a:pt x="12185" y="-199"/>
                  <a:pt x="11811" y="612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6" name="Shape">
            <a:extLst>
              <a:ext uri="{FF2B5EF4-FFF2-40B4-BE49-F238E27FC236}">
                <a16:creationId xmlns:a16="http://schemas.microsoft.com/office/drawing/2014/main" id="{569AF4F3-8EDF-1143-B186-F285120946BF}"/>
              </a:ext>
            </a:extLst>
          </p:cNvPr>
          <p:cNvSpPr/>
          <p:nvPr userDrawn="1"/>
        </p:nvSpPr>
        <p:spPr>
          <a:xfrm>
            <a:off x="9268" y="3647122"/>
            <a:ext cx="4784411" cy="321341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31" h="21349" extrusionOk="0">
                <a:moveTo>
                  <a:pt x="722" y="18953"/>
                </a:moveTo>
                <a:lnTo>
                  <a:pt x="2458" y="21349"/>
                </a:lnTo>
                <a:lnTo>
                  <a:pt x="18477" y="21349"/>
                </a:lnTo>
                <a:lnTo>
                  <a:pt x="20923" y="17721"/>
                </a:lnTo>
                <a:cubicBezTo>
                  <a:pt x="21600" y="16717"/>
                  <a:pt x="21600" y="15088"/>
                  <a:pt x="20923" y="14084"/>
                </a:cubicBezTo>
                <a:lnTo>
                  <a:pt x="11935" y="753"/>
                </a:lnTo>
                <a:cubicBezTo>
                  <a:pt x="11258" y="-251"/>
                  <a:pt x="10160" y="-251"/>
                  <a:pt x="9483" y="753"/>
                </a:cubicBezTo>
                <a:lnTo>
                  <a:pt x="637" y="14194"/>
                </a:lnTo>
                <a:cubicBezTo>
                  <a:pt x="228" y="14818"/>
                  <a:pt x="0" y="15645"/>
                  <a:pt x="0" y="16514"/>
                </a:cubicBezTo>
                <a:lnTo>
                  <a:pt x="0" y="16514"/>
                </a:lnTo>
                <a:cubicBezTo>
                  <a:pt x="6" y="17442"/>
                  <a:pt x="267" y="18320"/>
                  <a:pt x="722" y="18953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74985E82-8BBB-4140-ADE7-3211B76C0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0" y="1981200"/>
            <a:ext cx="5321808" cy="3442655"/>
          </a:xfr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BE5281E8-502B-4754-B5F5-7C62E11011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29200" y="5560379"/>
            <a:ext cx="6318250" cy="529271"/>
          </a:xfrm>
        </p:spPr>
        <p:txBody>
          <a:bodyPr/>
          <a:lstStyle>
            <a:lvl1pPr marL="0" indent="0">
              <a:buNone/>
              <a:defRPr sz="2400">
                <a:solidFill>
                  <a:schemeClr val="bg2">
                    <a:lumMod val="9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A67E5779-2729-4DED-A8C2-41F4FEE4767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FBD21987-FA22-47F7-B702-8D9638C10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Your Footer Here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A03F40A7-0F3F-41D6-9058-1BE8DB270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72B7600-67E3-4D97-B453-880E2742B982}" type="slidenum">
              <a:rPr lang="en-US" smtClean="0"/>
              <a:t>‹#›</a:t>
            </a:fld>
            <a:endParaRPr lang="en-US"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5EA7B0B9-E67F-BC4B-BA07-FABFD686BD6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268" y="1475365"/>
            <a:ext cx="4784355" cy="4787378"/>
          </a:xfrm>
          <a:custGeom>
            <a:avLst/>
            <a:gdLst>
              <a:gd name="connsiteX0" fmla="*/ 2390755 w 4784355"/>
              <a:gd name="connsiteY0" fmla="*/ 0 h 4787378"/>
              <a:gd name="connsiteX1" fmla="*/ 2664456 w 4784355"/>
              <a:gd name="connsiteY1" fmla="*/ 113299 h 4787378"/>
              <a:gd name="connsiteX2" fmla="*/ 4671002 w 4784355"/>
              <a:gd name="connsiteY2" fmla="*/ 2119925 h 4787378"/>
              <a:gd name="connsiteX3" fmla="*/ 4671002 w 4784355"/>
              <a:gd name="connsiteY3" fmla="*/ 2667453 h 4787378"/>
              <a:gd name="connsiteX4" fmla="*/ 2664456 w 4784355"/>
              <a:gd name="connsiteY4" fmla="*/ 4674079 h 4787378"/>
              <a:gd name="connsiteX5" fmla="*/ 2117053 w 4784355"/>
              <a:gd name="connsiteY5" fmla="*/ 4674079 h 4787378"/>
              <a:gd name="connsiteX6" fmla="*/ 160068 w 4784355"/>
              <a:gd name="connsiteY6" fmla="*/ 2854090 h 4787378"/>
              <a:gd name="connsiteX7" fmla="*/ 0 w 4784355"/>
              <a:gd name="connsiteY7" fmla="*/ 2487120 h 4787378"/>
              <a:gd name="connsiteX8" fmla="*/ 142209 w 4784355"/>
              <a:gd name="connsiteY8" fmla="*/ 2136585 h 4787378"/>
              <a:gd name="connsiteX9" fmla="*/ 2117053 w 4784355"/>
              <a:gd name="connsiteY9" fmla="*/ 113299 h 4787378"/>
              <a:gd name="connsiteX10" fmla="*/ 2390755 w 4784355"/>
              <a:gd name="connsiteY10" fmla="*/ 0 h 47873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84355" h="4787378">
                <a:moveTo>
                  <a:pt x="2390755" y="0"/>
                </a:moveTo>
                <a:cubicBezTo>
                  <a:pt x="2489820" y="0"/>
                  <a:pt x="2588886" y="37766"/>
                  <a:pt x="2664456" y="113299"/>
                </a:cubicBezTo>
                <a:lnTo>
                  <a:pt x="4671002" y="2119925"/>
                </a:lnTo>
                <a:cubicBezTo>
                  <a:pt x="4822140" y="2271216"/>
                  <a:pt x="4822140" y="2516162"/>
                  <a:pt x="4671002" y="2667453"/>
                </a:cubicBezTo>
                <a:lnTo>
                  <a:pt x="2664456" y="4674079"/>
                </a:lnTo>
                <a:cubicBezTo>
                  <a:pt x="2513317" y="4825145"/>
                  <a:pt x="2268192" y="4825145"/>
                  <a:pt x="2117053" y="4674079"/>
                </a:cubicBezTo>
                <a:lnTo>
                  <a:pt x="160068" y="2854090"/>
                </a:lnTo>
                <a:cubicBezTo>
                  <a:pt x="58491" y="2758858"/>
                  <a:pt x="0" y="2626704"/>
                  <a:pt x="0" y="2487120"/>
                </a:cubicBezTo>
                <a:cubicBezTo>
                  <a:pt x="0" y="2356317"/>
                  <a:pt x="52017" y="2231817"/>
                  <a:pt x="142209" y="2136585"/>
                </a:cubicBezTo>
                <a:lnTo>
                  <a:pt x="2117053" y="113299"/>
                </a:lnTo>
                <a:cubicBezTo>
                  <a:pt x="2192623" y="37766"/>
                  <a:pt x="2291689" y="0"/>
                  <a:pt x="2390755" y="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s-ES"/>
              <a:t>Haga clic en el icono para agregar una imagen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25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1907DC5D-4F3E-4A99-A621-6F93F3226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7120" y="1709738"/>
            <a:ext cx="6240329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9DA8F992-7750-4566-AB4F-B2E8F3794C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07120" y="4589463"/>
            <a:ext cx="6240329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9" name="Shape">
            <a:extLst>
              <a:ext uri="{FF2B5EF4-FFF2-40B4-BE49-F238E27FC236}">
                <a16:creationId xmlns:a16="http://schemas.microsoft.com/office/drawing/2014/main" id="{1B26EC6F-0119-0749-850F-C848A6CA10D9}"/>
              </a:ext>
            </a:extLst>
          </p:cNvPr>
          <p:cNvSpPr/>
          <p:nvPr userDrawn="1"/>
        </p:nvSpPr>
        <p:spPr>
          <a:xfrm>
            <a:off x="0" y="1"/>
            <a:ext cx="4735193" cy="6858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96" h="21600" extrusionOk="0">
                <a:moveTo>
                  <a:pt x="18418" y="21600"/>
                </a:moveTo>
                <a:lnTo>
                  <a:pt x="20783" y="19868"/>
                </a:lnTo>
                <a:cubicBezTo>
                  <a:pt x="21600" y="19303"/>
                  <a:pt x="21600" y="18391"/>
                  <a:pt x="20783" y="17826"/>
                </a:cubicBezTo>
                <a:lnTo>
                  <a:pt x="14724" y="13634"/>
                </a:lnTo>
                <a:cubicBezTo>
                  <a:pt x="13907" y="13069"/>
                  <a:pt x="13907" y="12157"/>
                  <a:pt x="14724" y="11592"/>
                </a:cubicBezTo>
                <a:lnTo>
                  <a:pt x="20783" y="7400"/>
                </a:lnTo>
                <a:cubicBezTo>
                  <a:pt x="21600" y="6835"/>
                  <a:pt x="21600" y="5923"/>
                  <a:pt x="20783" y="5358"/>
                </a:cubicBezTo>
                <a:lnTo>
                  <a:pt x="12768" y="0"/>
                </a:lnTo>
                <a:lnTo>
                  <a:pt x="0" y="0"/>
                </a:lnTo>
                <a:lnTo>
                  <a:pt x="0" y="10219"/>
                </a:lnTo>
                <a:lnTo>
                  <a:pt x="0" y="15008"/>
                </a:lnTo>
                <a:lnTo>
                  <a:pt x="0" y="21600"/>
                </a:lnTo>
                <a:lnTo>
                  <a:pt x="18418" y="21600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0" name="Shape">
            <a:extLst>
              <a:ext uri="{FF2B5EF4-FFF2-40B4-BE49-F238E27FC236}">
                <a16:creationId xmlns:a16="http://schemas.microsoft.com/office/drawing/2014/main" id="{6FC30A99-6623-614C-A348-9FFF54797DEE}"/>
              </a:ext>
            </a:extLst>
          </p:cNvPr>
          <p:cNvSpPr/>
          <p:nvPr userDrawn="1"/>
        </p:nvSpPr>
        <p:spPr>
          <a:xfrm>
            <a:off x="0" y="0"/>
            <a:ext cx="2730189" cy="406369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49" h="21431" extrusionOk="0">
                <a:moveTo>
                  <a:pt x="2393" y="717"/>
                </a:moveTo>
                <a:lnTo>
                  <a:pt x="0" y="2451"/>
                </a:lnTo>
                <a:lnTo>
                  <a:pt x="0" y="18472"/>
                </a:lnTo>
                <a:lnTo>
                  <a:pt x="3635" y="20924"/>
                </a:lnTo>
                <a:cubicBezTo>
                  <a:pt x="4638" y="21600"/>
                  <a:pt x="6266" y="21600"/>
                  <a:pt x="7270" y="20924"/>
                </a:cubicBezTo>
                <a:lnTo>
                  <a:pt x="20597" y="11935"/>
                </a:lnTo>
                <a:cubicBezTo>
                  <a:pt x="21600" y="11259"/>
                  <a:pt x="21600" y="10160"/>
                  <a:pt x="20597" y="9484"/>
                </a:cubicBezTo>
                <a:lnTo>
                  <a:pt x="7160" y="636"/>
                </a:lnTo>
                <a:cubicBezTo>
                  <a:pt x="6535" y="228"/>
                  <a:pt x="5710" y="0"/>
                  <a:pt x="4836" y="0"/>
                </a:cubicBezTo>
                <a:lnTo>
                  <a:pt x="4836" y="0"/>
                </a:lnTo>
                <a:cubicBezTo>
                  <a:pt x="3903" y="7"/>
                  <a:pt x="3019" y="261"/>
                  <a:pt x="2393" y="717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C3AF7577-C814-214E-B06B-32C2B2FB3E3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20651" y="1"/>
            <a:ext cx="4065819" cy="4063689"/>
          </a:xfrm>
          <a:custGeom>
            <a:avLst/>
            <a:gdLst>
              <a:gd name="connsiteX0" fmla="*/ 1952988 w 4065819"/>
              <a:gd name="connsiteY0" fmla="*/ 0 h 4063689"/>
              <a:gd name="connsiteX1" fmla="*/ 2251263 w 4065819"/>
              <a:gd name="connsiteY1" fmla="*/ 120597 h 4063689"/>
              <a:gd name="connsiteX2" fmla="*/ 3969597 w 4065819"/>
              <a:gd name="connsiteY2" fmla="*/ 1798331 h 4063689"/>
              <a:gd name="connsiteX3" fmla="*/ 3969597 w 4065819"/>
              <a:gd name="connsiteY3" fmla="*/ 2263084 h 4063689"/>
              <a:gd name="connsiteX4" fmla="*/ 2265221 w 4065819"/>
              <a:gd name="connsiteY4" fmla="*/ 3967554 h 4063689"/>
              <a:gd name="connsiteX5" fmla="*/ 1800599 w 4065819"/>
              <a:gd name="connsiteY5" fmla="*/ 3967554 h 4063689"/>
              <a:gd name="connsiteX6" fmla="*/ 96223 w 4065819"/>
              <a:gd name="connsiteY6" fmla="*/ 2263084 h 4063689"/>
              <a:gd name="connsiteX7" fmla="*/ 96223 w 4065819"/>
              <a:gd name="connsiteY7" fmla="*/ 1798331 h 4063689"/>
              <a:gd name="connsiteX8" fmla="*/ 1641710 w 4065819"/>
              <a:gd name="connsiteY8" fmla="*/ 135956 h 4063689"/>
              <a:gd name="connsiteX9" fmla="*/ 1952988 w 4065819"/>
              <a:gd name="connsiteY9" fmla="*/ 0 h 40636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65819" h="4063689">
                <a:moveTo>
                  <a:pt x="1952988" y="0"/>
                </a:moveTo>
                <a:cubicBezTo>
                  <a:pt x="2063311" y="0"/>
                  <a:pt x="2170002" y="43233"/>
                  <a:pt x="2251263" y="120597"/>
                </a:cubicBezTo>
                <a:lnTo>
                  <a:pt x="3969597" y="1798331"/>
                </a:lnTo>
                <a:cubicBezTo>
                  <a:pt x="4097894" y="1926513"/>
                  <a:pt x="4097894" y="2134902"/>
                  <a:pt x="3969597" y="2263084"/>
                </a:cubicBezTo>
                <a:lnTo>
                  <a:pt x="2265221" y="3967554"/>
                </a:lnTo>
                <a:cubicBezTo>
                  <a:pt x="2137115" y="4095735"/>
                  <a:pt x="1928705" y="4095735"/>
                  <a:pt x="1800599" y="3967554"/>
                </a:cubicBezTo>
                <a:lnTo>
                  <a:pt x="96223" y="2263084"/>
                </a:lnTo>
                <a:cubicBezTo>
                  <a:pt x="-32074" y="2134902"/>
                  <a:pt x="-32074" y="1926513"/>
                  <a:pt x="96223" y="1798331"/>
                </a:cubicBezTo>
                <a:lnTo>
                  <a:pt x="1641710" y="135956"/>
                </a:lnTo>
                <a:cubicBezTo>
                  <a:pt x="1721824" y="49490"/>
                  <a:pt x="1834825" y="0"/>
                  <a:pt x="1952988" y="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16" name="Text Placeholder 17">
            <a:extLst>
              <a:ext uri="{FF2B5EF4-FFF2-40B4-BE49-F238E27FC236}">
                <a16:creationId xmlns:a16="http://schemas.microsoft.com/office/drawing/2014/main" id="{A537F86F-E8D6-44FF-939F-7EB5A46935E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62000" y="4251972"/>
            <a:ext cx="1701800" cy="228600"/>
          </a:xfrm>
          <a:noFill/>
        </p:spPr>
        <p:txBody>
          <a:bodyPr anchor="ctr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7" name="Text Placeholder 17">
            <a:extLst>
              <a:ext uri="{FF2B5EF4-FFF2-40B4-BE49-F238E27FC236}">
                <a16:creationId xmlns:a16="http://schemas.microsoft.com/office/drawing/2014/main" id="{17C97F11-0CC0-4E01-8422-61438304329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62000" y="4479305"/>
            <a:ext cx="1701800" cy="228600"/>
          </a:xfrm>
          <a:noFill/>
        </p:spPr>
        <p:txBody>
          <a:bodyPr anchor="ctr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dirty="0"/>
              <a:t>Mobile / email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22609FE-C556-4394-9CD9-CACD20BC72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62000" y="4706638"/>
            <a:ext cx="1701800" cy="228600"/>
          </a:xfrm>
          <a:noFill/>
        </p:spPr>
        <p:txBody>
          <a:bodyPr anchor="ctr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dirty="0"/>
              <a:t>Company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0FEC4993-EF72-4ADC-8D11-1EB7C940952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B145FAD1-5607-4570-9675-FE26481496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Your Footer Here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265FB8DD-A34F-4C06-9929-1E68FACD4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72B7600-67E3-4D97-B453-880E2742B9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8283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or and Typograp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C897C59-303D-43EB-830D-58B293D336AC}"/>
              </a:ext>
            </a:extLst>
          </p:cNvPr>
          <p:cNvGrpSpPr/>
          <p:nvPr userDrawn="1"/>
        </p:nvGrpSpPr>
        <p:grpSpPr>
          <a:xfrm>
            <a:off x="838199" y="1830763"/>
            <a:ext cx="10515602" cy="1741127"/>
            <a:chOff x="838199" y="1830763"/>
            <a:chExt cx="10515602" cy="1741127"/>
          </a:xfrm>
        </p:grpSpPr>
        <p:sp>
          <p:nvSpPr>
            <p:cNvPr id="175" name="Rectangle 174">
              <a:extLst>
                <a:ext uri="{FF2B5EF4-FFF2-40B4-BE49-F238E27FC236}">
                  <a16:creationId xmlns:a16="http://schemas.microsoft.com/office/drawing/2014/main" id="{4460574F-0FFA-4AF4-9268-D077C9C57D58}"/>
                </a:ext>
              </a:extLst>
            </p:cNvPr>
            <p:cNvSpPr/>
            <p:nvPr userDrawn="1"/>
          </p:nvSpPr>
          <p:spPr>
            <a:xfrm>
              <a:off x="838199" y="1830763"/>
              <a:ext cx="894312" cy="1741127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174" name="Rectangle 173">
              <a:extLst>
                <a:ext uri="{FF2B5EF4-FFF2-40B4-BE49-F238E27FC236}">
                  <a16:creationId xmlns:a16="http://schemas.microsoft.com/office/drawing/2014/main" id="{E9AEC03B-EFBC-451C-9889-555B420B787B}"/>
                </a:ext>
              </a:extLst>
            </p:cNvPr>
            <p:cNvSpPr/>
            <p:nvPr userDrawn="1"/>
          </p:nvSpPr>
          <p:spPr>
            <a:xfrm>
              <a:off x="838199" y="1830763"/>
              <a:ext cx="894312" cy="155130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173" name="Rectangle 172">
              <a:extLst>
                <a:ext uri="{FF2B5EF4-FFF2-40B4-BE49-F238E27FC236}">
                  <a16:creationId xmlns:a16="http://schemas.microsoft.com/office/drawing/2014/main" id="{12504A8F-A26B-43AF-BF89-2621FF0CE3CD}"/>
                </a:ext>
              </a:extLst>
            </p:cNvPr>
            <p:cNvSpPr/>
            <p:nvPr userDrawn="1"/>
          </p:nvSpPr>
          <p:spPr>
            <a:xfrm>
              <a:off x="838199" y="1830763"/>
              <a:ext cx="894312" cy="1361486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172" name="Rectangle 171">
              <a:extLst>
                <a:ext uri="{FF2B5EF4-FFF2-40B4-BE49-F238E27FC236}">
                  <a16:creationId xmlns:a16="http://schemas.microsoft.com/office/drawing/2014/main" id="{F7726C56-B942-4400-8CE0-069969802448}"/>
                </a:ext>
              </a:extLst>
            </p:cNvPr>
            <p:cNvSpPr/>
            <p:nvPr userDrawn="1"/>
          </p:nvSpPr>
          <p:spPr>
            <a:xfrm>
              <a:off x="838199" y="1830763"/>
              <a:ext cx="894312" cy="117166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171" name="Rectangle 170">
              <a:extLst>
                <a:ext uri="{FF2B5EF4-FFF2-40B4-BE49-F238E27FC236}">
                  <a16:creationId xmlns:a16="http://schemas.microsoft.com/office/drawing/2014/main" id="{DAE760DB-698E-4688-BBAF-49FD684C7AFD}"/>
                </a:ext>
              </a:extLst>
            </p:cNvPr>
            <p:cNvSpPr/>
            <p:nvPr userDrawn="1"/>
          </p:nvSpPr>
          <p:spPr>
            <a:xfrm>
              <a:off x="838199" y="1830763"/>
              <a:ext cx="894312" cy="98184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170" name="Rectangle 169">
              <a:extLst>
                <a:ext uri="{FF2B5EF4-FFF2-40B4-BE49-F238E27FC236}">
                  <a16:creationId xmlns:a16="http://schemas.microsoft.com/office/drawing/2014/main" id="{72A9A194-717A-430D-B418-44C0B8F1A4C3}"/>
                </a:ext>
              </a:extLst>
            </p:cNvPr>
            <p:cNvSpPr/>
            <p:nvPr userDrawn="1"/>
          </p:nvSpPr>
          <p:spPr>
            <a:xfrm>
              <a:off x="838200" y="1830763"/>
              <a:ext cx="894312" cy="78825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179" name="Rectangle 178">
              <a:extLst>
                <a:ext uri="{FF2B5EF4-FFF2-40B4-BE49-F238E27FC236}">
                  <a16:creationId xmlns:a16="http://schemas.microsoft.com/office/drawing/2014/main" id="{E915F52A-A44F-4FB1-A1A1-1A513475EFE8}"/>
                </a:ext>
              </a:extLst>
            </p:cNvPr>
            <p:cNvSpPr/>
            <p:nvPr userDrawn="1"/>
          </p:nvSpPr>
          <p:spPr>
            <a:xfrm>
              <a:off x="1907231" y="1830763"/>
              <a:ext cx="894312" cy="1741127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180" name="Rectangle 179">
              <a:extLst>
                <a:ext uri="{FF2B5EF4-FFF2-40B4-BE49-F238E27FC236}">
                  <a16:creationId xmlns:a16="http://schemas.microsoft.com/office/drawing/2014/main" id="{6034C492-58E9-4550-B83D-E33D2B2217E6}"/>
                </a:ext>
              </a:extLst>
            </p:cNvPr>
            <p:cNvSpPr/>
            <p:nvPr userDrawn="1"/>
          </p:nvSpPr>
          <p:spPr>
            <a:xfrm>
              <a:off x="1907231" y="1830763"/>
              <a:ext cx="894312" cy="1551307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181" name="Rectangle 180">
              <a:extLst>
                <a:ext uri="{FF2B5EF4-FFF2-40B4-BE49-F238E27FC236}">
                  <a16:creationId xmlns:a16="http://schemas.microsoft.com/office/drawing/2014/main" id="{F92FB454-2844-432A-897E-609CA7D5AB13}"/>
                </a:ext>
              </a:extLst>
            </p:cNvPr>
            <p:cNvSpPr/>
            <p:nvPr userDrawn="1"/>
          </p:nvSpPr>
          <p:spPr>
            <a:xfrm>
              <a:off x="1907231" y="1830763"/>
              <a:ext cx="894312" cy="1361486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182" name="Rectangle 181">
              <a:extLst>
                <a:ext uri="{FF2B5EF4-FFF2-40B4-BE49-F238E27FC236}">
                  <a16:creationId xmlns:a16="http://schemas.microsoft.com/office/drawing/2014/main" id="{DFE585D9-1B79-4D2C-BE24-8DD53BF2D43D}"/>
                </a:ext>
              </a:extLst>
            </p:cNvPr>
            <p:cNvSpPr/>
            <p:nvPr userDrawn="1"/>
          </p:nvSpPr>
          <p:spPr>
            <a:xfrm>
              <a:off x="1907231" y="1830763"/>
              <a:ext cx="894312" cy="1171666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183" name="Rectangle 182">
              <a:extLst>
                <a:ext uri="{FF2B5EF4-FFF2-40B4-BE49-F238E27FC236}">
                  <a16:creationId xmlns:a16="http://schemas.microsoft.com/office/drawing/2014/main" id="{7CA650B9-D80A-4F55-849B-9B9229BAB7AB}"/>
                </a:ext>
              </a:extLst>
            </p:cNvPr>
            <p:cNvSpPr/>
            <p:nvPr userDrawn="1"/>
          </p:nvSpPr>
          <p:spPr>
            <a:xfrm>
              <a:off x="1907231" y="1830763"/>
              <a:ext cx="894312" cy="981846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184" name="Rectangle 183">
              <a:extLst>
                <a:ext uri="{FF2B5EF4-FFF2-40B4-BE49-F238E27FC236}">
                  <a16:creationId xmlns:a16="http://schemas.microsoft.com/office/drawing/2014/main" id="{212A3E8F-2036-4425-950A-9DDCE99E48E2}"/>
                </a:ext>
              </a:extLst>
            </p:cNvPr>
            <p:cNvSpPr/>
            <p:nvPr userDrawn="1"/>
          </p:nvSpPr>
          <p:spPr>
            <a:xfrm>
              <a:off x="1907232" y="1830763"/>
              <a:ext cx="894312" cy="78825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186" name="Rectangle 185">
              <a:extLst>
                <a:ext uri="{FF2B5EF4-FFF2-40B4-BE49-F238E27FC236}">
                  <a16:creationId xmlns:a16="http://schemas.microsoft.com/office/drawing/2014/main" id="{F8D77422-E1EF-442A-B883-288DFB42AC7A}"/>
                </a:ext>
              </a:extLst>
            </p:cNvPr>
            <p:cNvSpPr/>
            <p:nvPr userDrawn="1"/>
          </p:nvSpPr>
          <p:spPr>
            <a:xfrm>
              <a:off x="2976263" y="1830763"/>
              <a:ext cx="894312" cy="1741127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187" name="Rectangle 186">
              <a:extLst>
                <a:ext uri="{FF2B5EF4-FFF2-40B4-BE49-F238E27FC236}">
                  <a16:creationId xmlns:a16="http://schemas.microsoft.com/office/drawing/2014/main" id="{F5A5458A-8CAB-46ED-A597-7A9BC874E064}"/>
                </a:ext>
              </a:extLst>
            </p:cNvPr>
            <p:cNvSpPr/>
            <p:nvPr userDrawn="1"/>
          </p:nvSpPr>
          <p:spPr>
            <a:xfrm>
              <a:off x="2976263" y="1830763"/>
              <a:ext cx="894312" cy="1551307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188" name="Rectangle 187">
              <a:extLst>
                <a:ext uri="{FF2B5EF4-FFF2-40B4-BE49-F238E27FC236}">
                  <a16:creationId xmlns:a16="http://schemas.microsoft.com/office/drawing/2014/main" id="{129FB0AE-0FE9-4E47-89E1-28A56DFEFD44}"/>
                </a:ext>
              </a:extLst>
            </p:cNvPr>
            <p:cNvSpPr/>
            <p:nvPr userDrawn="1"/>
          </p:nvSpPr>
          <p:spPr>
            <a:xfrm>
              <a:off x="2976263" y="1830763"/>
              <a:ext cx="894312" cy="1361486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189" name="Rectangle 188">
              <a:extLst>
                <a:ext uri="{FF2B5EF4-FFF2-40B4-BE49-F238E27FC236}">
                  <a16:creationId xmlns:a16="http://schemas.microsoft.com/office/drawing/2014/main" id="{8DCBA888-FF6F-4E0D-AD60-DA0D78CD05D1}"/>
                </a:ext>
              </a:extLst>
            </p:cNvPr>
            <p:cNvSpPr/>
            <p:nvPr userDrawn="1"/>
          </p:nvSpPr>
          <p:spPr>
            <a:xfrm>
              <a:off x="2976263" y="1830763"/>
              <a:ext cx="894312" cy="1171666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190" name="Rectangle 189">
              <a:extLst>
                <a:ext uri="{FF2B5EF4-FFF2-40B4-BE49-F238E27FC236}">
                  <a16:creationId xmlns:a16="http://schemas.microsoft.com/office/drawing/2014/main" id="{F9271256-F951-4086-8A3B-C91C2291A176}"/>
                </a:ext>
              </a:extLst>
            </p:cNvPr>
            <p:cNvSpPr/>
            <p:nvPr userDrawn="1"/>
          </p:nvSpPr>
          <p:spPr>
            <a:xfrm>
              <a:off x="2976263" y="1830763"/>
              <a:ext cx="894312" cy="981846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191" name="Rectangle 190">
              <a:extLst>
                <a:ext uri="{FF2B5EF4-FFF2-40B4-BE49-F238E27FC236}">
                  <a16:creationId xmlns:a16="http://schemas.microsoft.com/office/drawing/2014/main" id="{27D18AA1-C449-4778-A01C-5FEFF6D4B6F0}"/>
                </a:ext>
              </a:extLst>
            </p:cNvPr>
            <p:cNvSpPr/>
            <p:nvPr userDrawn="1"/>
          </p:nvSpPr>
          <p:spPr>
            <a:xfrm>
              <a:off x="2976264" y="1830763"/>
              <a:ext cx="894312" cy="788259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193" name="Rectangle 192">
              <a:extLst>
                <a:ext uri="{FF2B5EF4-FFF2-40B4-BE49-F238E27FC236}">
                  <a16:creationId xmlns:a16="http://schemas.microsoft.com/office/drawing/2014/main" id="{507DEC82-2EA5-41B4-BBE2-03D513A6990F}"/>
                </a:ext>
              </a:extLst>
            </p:cNvPr>
            <p:cNvSpPr/>
            <p:nvPr userDrawn="1"/>
          </p:nvSpPr>
          <p:spPr>
            <a:xfrm>
              <a:off x="4045295" y="1830763"/>
              <a:ext cx="894312" cy="1741127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194" name="Rectangle 193">
              <a:extLst>
                <a:ext uri="{FF2B5EF4-FFF2-40B4-BE49-F238E27FC236}">
                  <a16:creationId xmlns:a16="http://schemas.microsoft.com/office/drawing/2014/main" id="{CC3C8386-1A37-4F90-9D5F-F552F6BD3D6B}"/>
                </a:ext>
              </a:extLst>
            </p:cNvPr>
            <p:cNvSpPr/>
            <p:nvPr userDrawn="1"/>
          </p:nvSpPr>
          <p:spPr>
            <a:xfrm>
              <a:off x="4045295" y="1830763"/>
              <a:ext cx="894312" cy="1551307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195" name="Rectangle 194">
              <a:extLst>
                <a:ext uri="{FF2B5EF4-FFF2-40B4-BE49-F238E27FC236}">
                  <a16:creationId xmlns:a16="http://schemas.microsoft.com/office/drawing/2014/main" id="{20C96B97-602D-4FB6-83FA-5F537C10D957}"/>
                </a:ext>
              </a:extLst>
            </p:cNvPr>
            <p:cNvSpPr/>
            <p:nvPr userDrawn="1"/>
          </p:nvSpPr>
          <p:spPr>
            <a:xfrm>
              <a:off x="4045295" y="1830763"/>
              <a:ext cx="894312" cy="1361486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196" name="Rectangle 195">
              <a:extLst>
                <a:ext uri="{FF2B5EF4-FFF2-40B4-BE49-F238E27FC236}">
                  <a16:creationId xmlns:a16="http://schemas.microsoft.com/office/drawing/2014/main" id="{C78EB1C9-B967-4BCF-BA1F-F62AD5830A83}"/>
                </a:ext>
              </a:extLst>
            </p:cNvPr>
            <p:cNvSpPr/>
            <p:nvPr userDrawn="1"/>
          </p:nvSpPr>
          <p:spPr>
            <a:xfrm>
              <a:off x="4045295" y="1830763"/>
              <a:ext cx="894312" cy="1171666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197" name="Rectangle 196">
              <a:extLst>
                <a:ext uri="{FF2B5EF4-FFF2-40B4-BE49-F238E27FC236}">
                  <a16:creationId xmlns:a16="http://schemas.microsoft.com/office/drawing/2014/main" id="{530AF99D-4A64-462C-8DC1-2AFD50700E78}"/>
                </a:ext>
              </a:extLst>
            </p:cNvPr>
            <p:cNvSpPr/>
            <p:nvPr userDrawn="1"/>
          </p:nvSpPr>
          <p:spPr>
            <a:xfrm>
              <a:off x="4045295" y="1830763"/>
              <a:ext cx="894312" cy="981846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198" name="Rectangle 197">
              <a:extLst>
                <a:ext uri="{FF2B5EF4-FFF2-40B4-BE49-F238E27FC236}">
                  <a16:creationId xmlns:a16="http://schemas.microsoft.com/office/drawing/2014/main" id="{251EE8AC-B14F-4016-B318-3215BFA74576}"/>
                </a:ext>
              </a:extLst>
            </p:cNvPr>
            <p:cNvSpPr/>
            <p:nvPr userDrawn="1"/>
          </p:nvSpPr>
          <p:spPr>
            <a:xfrm>
              <a:off x="4045296" y="1830763"/>
              <a:ext cx="894312" cy="788259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200" name="Rectangle 199">
              <a:extLst>
                <a:ext uri="{FF2B5EF4-FFF2-40B4-BE49-F238E27FC236}">
                  <a16:creationId xmlns:a16="http://schemas.microsoft.com/office/drawing/2014/main" id="{DB3EFE93-C789-4C06-AE63-48F21F3F0562}"/>
                </a:ext>
              </a:extLst>
            </p:cNvPr>
            <p:cNvSpPr/>
            <p:nvPr userDrawn="1"/>
          </p:nvSpPr>
          <p:spPr>
            <a:xfrm>
              <a:off x="5114327" y="1830763"/>
              <a:ext cx="894312" cy="1741127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201" name="Rectangle 200">
              <a:extLst>
                <a:ext uri="{FF2B5EF4-FFF2-40B4-BE49-F238E27FC236}">
                  <a16:creationId xmlns:a16="http://schemas.microsoft.com/office/drawing/2014/main" id="{C159A26F-3E35-43ED-9527-94575D015CF9}"/>
                </a:ext>
              </a:extLst>
            </p:cNvPr>
            <p:cNvSpPr/>
            <p:nvPr userDrawn="1"/>
          </p:nvSpPr>
          <p:spPr>
            <a:xfrm>
              <a:off x="5114327" y="1830763"/>
              <a:ext cx="894312" cy="1551307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202" name="Rectangle 201">
              <a:extLst>
                <a:ext uri="{FF2B5EF4-FFF2-40B4-BE49-F238E27FC236}">
                  <a16:creationId xmlns:a16="http://schemas.microsoft.com/office/drawing/2014/main" id="{197FEBE6-4234-4233-9AAC-C966B38A457C}"/>
                </a:ext>
              </a:extLst>
            </p:cNvPr>
            <p:cNvSpPr/>
            <p:nvPr userDrawn="1"/>
          </p:nvSpPr>
          <p:spPr>
            <a:xfrm>
              <a:off x="5114327" y="1830763"/>
              <a:ext cx="894312" cy="1361486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203" name="Rectangle 202">
              <a:extLst>
                <a:ext uri="{FF2B5EF4-FFF2-40B4-BE49-F238E27FC236}">
                  <a16:creationId xmlns:a16="http://schemas.microsoft.com/office/drawing/2014/main" id="{4A6CCAEB-B0B2-4918-BF93-14B428F71030}"/>
                </a:ext>
              </a:extLst>
            </p:cNvPr>
            <p:cNvSpPr/>
            <p:nvPr userDrawn="1"/>
          </p:nvSpPr>
          <p:spPr>
            <a:xfrm>
              <a:off x="5114327" y="1830763"/>
              <a:ext cx="894312" cy="1171666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204" name="Rectangle 203">
              <a:extLst>
                <a:ext uri="{FF2B5EF4-FFF2-40B4-BE49-F238E27FC236}">
                  <a16:creationId xmlns:a16="http://schemas.microsoft.com/office/drawing/2014/main" id="{26BAB2D9-48E2-4FD7-8266-8DA7249A311F}"/>
                </a:ext>
              </a:extLst>
            </p:cNvPr>
            <p:cNvSpPr/>
            <p:nvPr userDrawn="1"/>
          </p:nvSpPr>
          <p:spPr>
            <a:xfrm>
              <a:off x="5114327" y="1830763"/>
              <a:ext cx="894312" cy="98184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205" name="Rectangle 204">
              <a:extLst>
                <a:ext uri="{FF2B5EF4-FFF2-40B4-BE49-F238E27FC236}">
                  <a16:creationId xmlns:a16="http://schemas.microsoft.com/office/drawing/2014/main" id="{E373E1AE-97F0-411F-ADE1-F7FA57FDB549}"/>
                </a:ext>
              </a:extLst>
            </p:cNvPr>
            <p:cNvSpPr/>
            <p:nvPr userDrawn="1"/>
          </p:nvSpPr>
          <p:spPr>
            <a:xfrm>
              <a:off x="5114328" y="1830763"/>
              <a:ext cx="894312" cy="78825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207" name="Rectangle 206">
              <a:extLst>
                <a:ext uri="{FF2B5EF4-FFF2-40B4-BE49-F238E27FC236}">
                  <a16:creationId xmlns:a16="http://schemas.microsoft.com/office/drawing/2014/main" id="{7980EC62-1AA7-49B9-A98C-B1AE41A8BAF7}"/>
                </a:ext>
              </a:extLst>
            </p:cNvPr>
            <p:cNvSpPr/>
            <p:nvPr userDrawn="1"/>
          </p:nvSpPr>
          <p:spPr>
            <a:xfrm>
              <a:off x="6183359" y="1830763"/>
              <a:ext cx="894312" cy="1741127"/>
            </a:xfrm>
            <a:prstGeom prst="rect">
              <a:avLst/>
            </a:prstGeom>
            <a:solidFill>
              <a:schemeClr val="accent2">
                <a:lumMod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208" name="Rectangle 207">
              <a:extLst>
                <a:ext uri="{FF2B5EF4-FFF2-40B4-BE49-F238E27FC236}">
                  <a16:creationId xmlns:a16="http://schemas.microsoft.com/office/drawing/2014/main" id="{1B940435-8801-4AE0-AF82-51785C14109F}"/>
                </a:ext>
              </a:extLst>
            </p:cNvPr>
            <p:cNvSpPr/>
            <p:nvPr userDrawn="1"/>
          </p:nvSpPr>
          <p:spPr>
            <a:xfrm>
              <a:off x="6183359" y="1830763"/>
              <a:ext cx="894312" cy="1551307"/>
            </a:xfrm>
            <a:prstGeom prst="rect">
              <a:avLst/>
            </a:prstGeom>
            <a:solidFill>
              <a:schemeClr val="accent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209" name="Rectangle 208">
              <a:extLst>
                <a:ext uri="{FF2B5EF4-FFF2-40B4-BE49-F238E27FC236}">
                  <a16:creationId xmlns:a16="http://schemas.microsoft.com/office/drawing/2014/main" id="{709FEA5B-55A5-4A85-90AE-A3E8181AD6B1}"/>
                </a:ext>
              </a:extLst>
            </p:cNvPr>
            <p:cNvSpPr/>
            <p:nvPr userDrawn="1"/>
          </p:nvSpPr>
          <p:spPr>
            <a:xfrm>
              <a:off x="6183359" y="1830763"/>
              <a:ext cx="894312" cy="1361486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210" name="Rectangle 209">
              <a:extLst>
                <a:ext uri="{FF2B5EF4-FFF2-40B4-BE49-F238E27FC236}">
                  <a16:creationId xmlns:a16="http://schemas.microsoft.com/office/drawing/2014/main" id="{AC24C165-A09C-48A0-8D30-43D9272501D0}"/>
                </a:ext>
              </a:extLst>
            </p:cNvPr>
            <p:cNvSpPr/>
            <p:nvPr userDrawn="1"/>
          </p:nvSpPr>
          <p:spPr>
            <a:xfrm>
              <a:off x="6183359" y="1830763"/>
              <a:ext cx="894312" cy="1171666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211" name="Rectangle 210">
              <a:extLst>
                <a:ext uri="{FF2B5EF4-FFF2-40B4-BE49-F238E27FC236}">
                  <a16:creationId xmlns:a16="http://schemas.microsoft.com/office/drawing/2014/main" id="{AF779B59-BF2E-434C-A692-81F3395A2DDC}"/>
                </a:ext>
              </a:extLst>
            </p:cNvPr>
            <p:cNvSpPr/>
            <p:nvPr userDrawn="1"/>
          </p:nvSpPr>
          <p:spPr>
            <a:xfrm>
              <a:off x="6183359" y="1830763"/>
              <a:ext cx="894312" cy="981846"/>
            </a:xfrm>
            <a:prstGeom prst="rect">
              <a:avLst/>
            </a:prstGeom>
            <a:solidFill>
              <a:schemeClr val="accent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212" name="Rectangle 211">
              <a:extLst>
                <a:ext uri="{FF2B5EF4-FFF2-40B4-BE49-F238E27FC236}">
                  <a16:creationId xmlns:a16="http://schemas.microsoft.com/office/drawing/2014/main" id="{72D25286-DFE7-4DB6-BC2A-849B72A1D58F}"/>
                </a:ext>
              </a:extLst>
            </p:cNvPr>
            <p:cNvSpPr/>
            <p:nvPr userDrawn="1"/>
          </p:nvSpPr>
          <p:spPr>
            <a:xfrm>
              <a:off x="6183360" y="1830763"/>
              <a:ext cx="894312" cy="78825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214" name="Rectangle 213">
              <a:extLst>
                <a:ext uri="{FF2B5EF4-FFF2-40B4-BE49-F238E27FC236}">
                  <a16:creationId xmlns:a16="http://schemas.microsoft.com/office/drawing/2014/main" id="{EFFFC619-3DCF-484B-936D-D1C6706967D7}"/>
                </a:ext>
              </a:extLst>
            </p:cNvPr>
            <p:cNvSpPr/>
            <p:nvPr userDrawn="1"/>
          </p:nvSpPr>
          <p:spPr>
            <a:xfrm>
              <a:off x="7252391" y="1830763"/>
              <a:ext cx="894312" cy="1741127"/>
            </a:xfrm>
            <a:prstGeom prst="rect">
              <a:avLst/>
            </a:prstGeom>
            <a:solidFill>
              <a:schemeClr val="accent3">
                <a:lumMod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215" name="Rectangle 214">
              <a:extLst>
                <a:ext uri="{FF2B5EF4-FFF2-40B4-BE49-F238E27FC236}">
                  <a16:creationId xmlns:a16="http://schemas.microsoft.com/office/drawing/2014/main" id="{C36F1647-E3A7-42C7-94DB-E22470CD7962}"/>
                </a:ext>
              </a:extLst>
            </p:cNvPr>
            <p:cNvSpPr/>
            <p:nvPr userDrawn="1"/>
          </p:nvSpPr>
          <p:spPr>
            <a:xfrm>
              <a:off x="7252391" y="1830763"/>
              <a:ext cx="894312" cy="1551307"/>
            </a:xfrm>
            <a:prstGeom prst="rect">
              <a:avLst/>
            </a:prstGeom>
            <a:solidFill>
              <a:schemeClr val="accent3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216" name="Rectangle 215">
              <a:extLst>
                <a:ext uri="{FF2B5EF4-FFF2-40B4-BE49-F238E27FC236}">
                  <a16:creationId xmlns:a16="http://schemas.microsoft.com/office/drawing/2014/main" id="{0812BACF-D77F-4A42-A212-538847FF9776}"/>
                </a:ext>
              </a:extLst>
            </p:cNvPr>
            <p:cNvSpPr/>
            <p:nvPr userDrawn="1"/>
          </p:nvSpPr>
          <p:spPr>
            <a:xfrm>
              <a:off x="7252391" y="1830763"/>
              <a:ext cx="894312" cy="1361486"/>
            </a:xfrm>
            <a:prstGeom prst="rect">
              <a:avLst/>
            </a:prstGeom>
            <a:solidFill>
              <a:schemeClr val="accent3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217" name="Rectangle 216">
              <a:extLst>
                <a:ext uri="{FF2B5EF4-FFF2-40B4-BE49-F238E27FC236}">
                  <a16:creationId xmlns:a16="http://schemas.microsoft.com/office/drawing/2014/main" id="{63855A19-9DBA-4293-A411-6842A7DAA995}"/>
                </a:ext>
              </a:extLst>
            </p:cNvPr>
            <p:cNvSpPr/>
            <p:nvPr userDrawn="1"/>
          </p:nvSpPr>
          <p:spPr>
            <a:xfrm>
              <a:off x="7252391" y="1830763"/>
              <a:ext cx="894312" cy="1171666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218" name="Rectangle 217">
              <a:extLst>
                <a:ext uri="{FF2B5EF4-FFF2-40B4-BE49-F238E27FC236}">
                  <a16:creationId xmlns:a16="http://schemas.microsoft.com/office/drawing/2014/main" id="{E705E91E-E65F-4094-8904-D56C56FC5F44}"/>
                </a:ext>
              </a:extLst>
            </p:cNvPr>
            <p:cNvSpPr/>
            <p:nvPr userDrawn="1"/>
          </p:nvSpPr>
          <p:spPr>
            <a:xfrm>
              <a:off x="7252391" y="1830763"/>
              <a:ext cx="894312" cy="981846"/>
            </a:xfrm>
            <a:prstGeom prst="rect">
              <a:avLst/>
            </a:prstGeom>
            <a:solidFill>
              <a:schemeClr val="accent3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219" name="Rectangle 218">
              <a:extLst>
                <a:ext uri="{FF2B5EF4-FFF2-40B4-BE49-F238E27FC236}">
                  <a16:creationId xmlns:a16="http://schemas.microsoft.com/office/drawing/2014/main" id="{B6DEB2ED-B6FD-4B88-90DA-9530DA2E64C9}"/>
                </a:ext>
              </a:extLst>
            </p:cNvPr>
            <p:cNvSpPr/>
            <p:nvPr userDrawn="1"/>
          </p:nvSpPr>
          <p:spPr>
            <a:xfrm>
              <a:off x="7252392" y="1830763"/>
              <a:ext cx="894312" cy="78825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221" name="Rectangle 220">
              <a:extLst>
                <a:ext uri="{FF2B5EF4-FFF2-40B4-BE49-F238E27FC236}">
                  <a16:creationId xmlns:a16="http://schemas.microsoft.com/office/drawing/2014/main" id="{62E667E1-7F5F-4E4F-AF63-4AB31D847AE0}"/>
                </a:ext>
              </a:extLst>
            </p:cNvPr>
            <p:cNvSpPr/>
            <p:nvPr userDrawn="1"/>
          </p:nvSpPr>
          <p:spPr>
            <a:xfrm>
              <a:off x="8321423" y="1830763"/>
              <a:ext cx="894312" cy="1741127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85800">
                <a:defRPr/>
              </a:pPr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222" name="Rectangle 221">
              <a:extLst>
                <a:ext uri="{FF2B5EF4-FFF2-40B4-BE49-F238E27FC236}">
                  <a16:creationId xmlns:a16="http://schemas.microsoft.com/office/drawing/2014/main" id="{A9D94CA5-400D-47AE-9512-4557FBE20192}"/>
                </a:ext>
              </a:extLst>
            </p:cNvPr>
            <p:cNvSpPr/>
            <p:nvPr userDrawn="1"/>
          </p:nvSpPr>
          <p:spPr>
            <a:xfrm>
              <a:off x="8321423" y="1830763"/>
              <a:ext cx="894312" cy="1551307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85800">
                <a:defRPr/>
              </a:pPr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223" name="Rectangle 222">
              <a:extLst>
                <a:ext uri="{FF2B5EF4-FFF2-40B4-BE49-F238E27FC236}">
                  <a16:creationId xmlns:a16="http://schemas.microsoft.com/office/drawing/2014/main" id="{1E60784B-8569-41D5-BB14-8F5DAFDCE67A}"/>
                </a:ext>
              </a:extLst>
            </p:cNvPr>
            <p:cNvSpPr/>
            <p:nvPr userDrawn="1"/>
          </p:nvSpPr>
          <p:spPr>
            <a:xfrm>
              <a:off x="8321423" y="1830763"/>
              <a:ext cx="894312" cy="1361486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85800">
                <a:defRPr/>
              </a:pPr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224" name="Rectangle 223">
              <a:extLst>
                <a:ext uri="{FF2B5EF4-FFF2-40B4-BE49-F238E27FC236}">
                  <a16:creationId xmlns:a16="http://schemas.microsoft.com/office/drawing/2014/main" id="{FE043B0E-D351-4B21-BB22-FF8713E0E199}"/>
                </a:ext>
              </a:extLst>
            </p:cNvPr>
            <p:cNvSpPr/>
            <p:nvPr userDrawn="1"/>
          </p:nvSpPr>
          <p:spPr>
            <a:xfrm>
              <a:off x="8321423" y="1830763"/>
              <a:ext cx="894312" cy="1171666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85800">
                <a:defRPr/>
              </a:pPr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225" name="Rectangle 224">
              <a:extLst>
                <a:ext uri="{FF2B5EF4-FFF2-40B4-BE49-F238E27FC236}">
                  <a16:creationId xmlns:a16="http://schemas.microsoft.com/office/drawing/2014/main" id="{D57AC92D-3891-4CC7-9301-A742653C394B}"/>
                </a:ext>
              </a:extLst>
            </p:cNvPr>
            <p:cNvSpPr/>
            <p:nvPr userDrawn="1"/>
          </p:nvSpPr>
          <p:spPr>
            <a:xfrm>
              <a:off x="8321423" y="1830763"/>
              <a:ext cx="894312" cy="98184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226" name="Rectangle 225">
              <a:extLst>
                <a:ext uri="{FF2B5EF4-FFF2-40B4-BE49-F238E27FC236}">
                  <a16:creationId xmlns:a16="http://schemas.microsoft.com/office/drawing/2014/main" id="{870D976A-0EA2-4422-A1FB-EE1A159B65DC}"/>
                </a:ext>
              </a:extLst>
            </p:cNvPr>
            <p:cNvSpPr/>
            <p:nvPr userDrawn="1"/>
          </p:nvSpPr>
          <p:spPr>
            <a:xfrm>
              <a:off x="8321424" y="1830763"/>
              <a:ext cx="894312" cy="78825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228" name="Rectangle 227">
              <a:extLst>
                <a:ext uri="{FF2B5EF4-FFF2-40B4-BE49-F238E27FC236}">
                  <a16:creationId xmlns:a16="http://schemas.microsoft.com/office/drawing/2014/main" id="{074CEC48-74FA-45A9-9E16-525EB9E974F9}"/>
                </a:ext>
              </a:extLst>
            </p:cNvPr>
            <p:cNvSpPr/>
            <p:nvPr userDrawn="1"/>
          </p:nvSpPr>
          <p:spPr>
            <a:xfrm>
              <a:off x="9390455" y="1830763"/>
              <a:ext cx="894312" cy="1741127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229" name="Rectangle 228">
              <a:extLst>
                <a:ext uri="{FF2B5EF4-FFF2-40B4-BE49-F238E27FC236}">
                  <a16:creationId xmlns:a16="http://schemas.microsoft.com/office/drawing/2014/main" id="{8CA8D9C7-FFCE-4895-B720-C9F65C686B93}"/>
                </a:ext>
              </a:extLst>
            </p:cNvPr>
            <p:cNvSpPr/>
            <p:nvPr userDrawn="1"/>
          </p:nvSpPr>
          <p:spPr>
            <a:xfrm>
              <a:off x="9390455" y="1830763"/>
              <a:ext cx="894312" cy="1551307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230" name="Rectangle 229">
              <a:extLst>
                <a:ext uri="{FF2B5EF4-FFF2-40B4-BE49-F238E27FC236}">
                  <a16:creationId xmlns:a16="http://schemas.microsoft.com/office/drawing/2014/main" id="{DF8FDE11-2636-4F16-BC4C-C0DBD965F47E}"/>
                </a:ext>
              </a:extLst>
            </p:cNvPr>
            <p:cNvSpPr/>
            <p:nvPr userDrawn="1"/>
          </p:nvSpPr>
          <p:spPr>
            <a:xfrm>
              <a:off x="9390455" y="1830763"/>
              <a:ext cx="894312" cy="136148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231" name="Rectangle 230">
              <a:extLst>
                <a:ext uri="{FF2B5EF4-FFF2-40B4-BE49-F238E27FC236}">
                  <a16:creationId xmlns:a16="http://schemas.microsoft.com/office/drawing/2014/main" id="{EAE2FCEB-5A44-4458-99EB-B2522F731513}"/>
                </a:ext>
              </a:extLst>
            </p:cNvPr>
            <p:cNvSpPr/>
            <p:nvPr userDrawn="1"/>
          </p:nvSpPr>
          <p:spPr>
            <a:xfrm>
              <a:off x="9390455" y="1830763"/>
              <a:ext cx="894312" cy="1171666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232" name="Rectangle 231">
              <a:extLst>
                <a:ext uri="{FF2B5EF4-FFF2-40B4-BE49-F238E27FC236}">
                  <a16:creationId xmlns:a16="http://schemas.microsoft.com/office/drawing/2014/main" id="{FA982CEB-3569-4AB2-A279-56909D8DBA2B}"/>
                </a:ext>
              </a:extLst>
            </p:cNvPr>
            <p:cNvSpPr/>
            <p:nvPr userDrawn="1"/>
          </p:nvSpPr>
          <p:spPr>
            <a:xfrm>
              <a:off x="9390455" y="1830763"/>
              <a:ext cx="894312" cy="981846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233" name="Rectangle 232">
              <a:extLst>
                <a:ext uri="{FF2B5EF4-FFF2-40B4-BE49-F238E27FC236}">
                  <a16:creationId xmlns:a16="http://schemas.microsoft.com/office/drawing/2014/main" id="{B85FDECF-7983-4160-8B97-DA92A01F2A38}"/>
                </a:ext>
              </a:extLst>
            </p:cNvPr>
            <p:cNvSpPr/>
            <p:nvPr userDrawn="1"/>
          </p:nvSpPr>
          <p:spPr>
            <a:xfrm>
              <a:off x="9390456" y="1830763"/>
              <a:ext cx="894312" cy="788259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235" name="Rectangle 234">
              <a:extLst>
                <a:ext uri="{FF2B5EF4-FFF2-40B4-BE49-F238E27FC236}">
                  <a16:creationId xmlns:a16="http://schemas.microsoft.com/office/drawing/2014/main" id="{80F0CF47-25FB-4AB4-837F-33B5D368A8C0}"/>
                </a:ext>
              </a:extLst>
            </p:cNvPr>
            <p:cNvSpPr/>
            <p:nvPr userDrawn="1"/>
          </p:nvSpPr>
          <p:spPr>
            <a:xfrm>
              <a:off x="10459488" y="1830763"/>
              <a:ext cx="894312" cy="1741127"/>
            </a:xfrm>
            <a:prstGeom prst="rect">
              <a:avLst/>
            </a:prstGeom>
            <a:solidFill>
              <a:schemeClr val="accent6">
                <a:lumMod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236" name="Rectangle 235">
              <a:extLst>
                <a:ext uri="{FF2B5EF4-FFF2-40B4-BE49-F238E27FC236}">
                  <a16:creationId xmlns:a16="http://schemas.microsoft.com/office/drawing/2014/main" id="{12C0DD63-4FB0-4217-BC06-7CEB655B79B6}"/>
                </a:ext>
              </a:extLst>
            </p:cNvPr>
            <p:cNvSpPr/>
            <p:nvPr userDrawn="1"/>
          </p:nvSpPr>
          <p:spPr>
            <a:xfrm>
              <a:off x="10459488" y="1830763"/>
              <a:ext cx="894312" cy="1551307"/>
            </a:xfrm>
            <a:prstGeom prst="rect">
              <a:avLst/>
            </a:prstGeom>
            <a:solidFill>
              <a:schemeClr val="accent6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237" name="Rectangle 236">
              <a:extLst>
                <a:ext uri="{FF2B5EF4-FFF2-40B4-BE49-F238E27FC236}">
                  <a16:creationId xmlns:a16="http://schemas.microsoft.com/office/drawing/2014/main" id="{5841390F-E0B0-48E2-8756-2C0A532BC037}"/>
                </a:ext>
              </a:extLst>
            </p:cNvPr>
            <p:cNvSpPr/>
            <p:nvPr userDrawn="1"/>
          </p:nvSpPr>
          <p:spPr>
            <a:xfrm>
              <a:off x="10459488" y="1830763"/>
              <a:ext cx="894312" cy="1361486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238" name="Rectangle 237">
              <a:extLst>
                <a:ext uri="{FF2B5EF4-FFF2-40B4-BE49-F238E27FC236}">
                  <a16:creationId xmlns:a16="http://schemas.microsoft.com/office/drawing/2014/main" id="{E49982BC-FA05-4F1B-A8BD-AE3793F3BD02}"/>
                </a:ext>
              </a:extLst>
            </p:cNvPr>
            <p:cNvSpPr/>
            <p:nvPr userDrawn="1"/>
          </p:nvSpPr>
          <p:spPr>
            <a:xfrm>
              <a:off x="10459488" y="1830763"/>
              <a:ext cx="894312" cy="1171666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239" name="Rectangle 238">
              <a:extLst>
                <a:ext uri="{FF2B5EF4-FFF2-40B4-BE49-F238E27FC236}">
                  <a16:creationId xmlns:a16="http://schemas.microsoft.com/office/drawing/2014/main" id="{84445015-4210-46FE-958B-F3271E10284B}"/>
                </a:ext>
              </a:extLst>
            </p:cNvPr>
            <p:cNvSpPr/>
            <p:nvPr userDrawn="1"/>
          </p:nvSpPr>
          <p:spPr>
            <a:xfrm>
              <a:off x="10459488" y="1830763"/>
              <a:ext cx="894312" cy="981846"/>
            </a:xfrm>
            <a:prstGeom prst="rect">
              <a:avLst/>
            </a:prstGeom>
            <a:solidFill>
              <a:schemeClr val="accent6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sp>
          <p:nvSpPr>
            <p:cNvPr id="240" name="Rectangle 239">
              <a:extLst>
                <a:ext uri="{FF2B5EF4-FFF2-40B4-BE49-F238E27FC236}">
                  <a16:creationId xmlns:a16="http://schemas.microsoft.com/office/drawing/2014/main" id="{06FD93CB-F173-4C32-9E54-DE5EDB0F83D8}"/>
                </a:ext>
              </a:extLst>
            </p:cNvPr>
            <p:cNvSpPr/>
            <p:nvPr userDrawn="1"/>
          </p:nvSpPr>
          <p:spPr>
            <a:xfrm>
              <a:off x="10459489" y="1830763"/>
              <a:ext cx="894312" cy="788259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/>
              <a:endParaRPr lang="en-US" sz="1350">
                <a:solidFill>
                  <a:srgbClr val="FFFFFF"/>
                </a:solidFill>
                <a:latin typeface="Calibri" panose="020F0502020204030204"/>
              </a:endParaRPr>
            </a:p>
          </p:txBody>
        </p:sp>
      </p:grpSp>
      <p:sp>
        <p:nvSpPr>
          <p:cNvPr id="12" name="Title 1">
            <a:extLst>
              <a:ext uri="{FF2B5EF4-FFF2-40B4-BE49-F238E27FC236}">
                <a16:creationId xmlns:a16="http://schemas.microsoft.com/office/drawing/2014/main" id="{0D08B00A-9A13-4AB1-A72D-2F499BA2EBAB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8" name="Text Placeholder 2">
            <a:extLst>
              <a:ext uri="{FF2B5EF4-FFF2-40B4-BE49-F238E27FC236}">
                <a16:creationId xmlns:a16="http://schemas.microsoft.com/office/drawing/2014/main" id="{BB3FC47E-3339-49A8-AEF2-ECC3BF1514FB}"/>
              </a:ext>
            </a:extLst>
          </p:cNvPr>
          <p:cNvSpPr>
            <a:spLocks noGrp="1"/>
          </p:cNvSpPr>
          <p:nvPr userDrawn="1">
            <p:ph type="body" sz="quarter" idx="10"/>
          </p:nvPr>
        </p:nvSpPr>
        <p:spPr>
          <a:xfrm>
            <a:off x="838199" y="3709150"/>
            <a:ext cx="10515600" cy="1325880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4400" dirty="0">
                <a:latin typeface="+mj-lt"/>
                <a:ea typeface="+mj-ea"/>
                <a:cs typeface="+mj-cs"/>
              </a:defRPr>
            </a:lvl1pPr>
          </a:lstStyle>
          <a:p>
            <a:pPr marL="228600" lvl="0" indent="-228600">
              <a:spcBef>
                <a:spcPct val="0"/>
              </a:spcBef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829D5438-3BC8-4817-9C86-A9AAA6047492}"/>
              </a:ext>
            </a:extLst>
          </p:cNvPr>
          <p:cNvSpPr txBox="1"/>
          <p:nvPr userDrawn="1"/>
        </p:nvSpPr>
        <p:spPr>
          <a:xfrm>
            <a:off x="4677206" y="4033186"/>
            <a:ext cx="2435282" cy="26468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600" dirty="0"/>
              <a:t>Aa</a:t>
            </a:r>
          </a:p>
        </p:txBody>
      </p:sp>
      <p:sp>
        <p:nvSpPr>
          <p:cNvPr id="90" name="Text Placeholder 7">
            <a:extLst>
              <a:ext uri="{FF2B5EF4-FFF2-40B4-BE49-F238E27FC236}">
                <a16:creationId xmlns:a16="http://schemas.microsoft.com/office/drawing/2014/main" id="{676EAA04-3941-4EEF-875A-DA2DBBB0CA8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4697757" y="6124726"/>
            <a:ext cx="2394180" cy="564999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pPr lvl="0"/>
            <a:r>
              <a:rPr lang="en-US" dirty="0"/>
              <a:t>Font name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59DB07F4-2F4D-4904-9DDA-6D453F791811}"/>
              </a:ext>
            </a:extLst>
          </p:cNvPr>
          <p:cNvSpPr txBox="1"/>
          <p:nvPr userDrawn="1"/>
        </p:nvSpPr>
        <p:spPr>
          <a:xfrm>
            <a:off x="7664716" y="4033186"/>
            <a:ext cx="2435282" cy="26468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600" dirty="0">
                <a:latin typeface="+mj-lt"/>
              </a:rPr>
              <a:t>Aa</a:t>
            </a:r>
          </a:p>
        </p:txBody>
      </p:sp>
      <p:sp>
        <p:nvSpPr>
          <p:cNvPr id="92" name="Text Placeholder 7">
            <a:extLst>
              <a:ext uri="{FF2B5EF4-FFF2-40B4-BE49-F238E27FC236}">
                <a16:creationId xmlns:a16="http://schemas.microsoft.com/office/drawing/2014/main" id="{72303254-B5A5-44B0-8D71-FB4149C10B7E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7685267" y="6124726"/>
            <a:ext cx="2394180" cy="564999"/>
          </a:xfrm>
        </p:spPr>
        <p:txBody>
          <a:bodyPr anchor="ctr"/>
          <a:lstStyle>
            <a:lvl1pPr marL="0" indent="0" algn="ctr">
              <a:buNone/>
              <a:defRPr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 dirty="0"/>
              <a:t>Font name</a:t>
            </a:r>
          </a:p>
        </p:txBody>
      </p:sp>
      <p:sp>
        <p:nvSpPr>
          <p:cNvPr id="72" name="Shape">
            <a:extLst>
              <a:ext uri="{FF2B5EF4-FFF2-40B4-BE49-F238E27FC236}">
                <a16:creationId xmlns:a16="http://schemas.microsoft.com/office/drawing/2014/main" id="{7D9A5AC2-76C2-384A-979C-4C516B3F6BD2}"/>
              </a:ext>
            </a:extLst>
          </p:cNvPr>
          <p:cNvSpPr/>
          <p:nvPr userDrawn="1"/>
        </p:nvSpPr>
        <p:spPr>
          <a:xfrm>
            <a:off x="0" y="5722302"/>
            <a:ext cx="2198373" cy="11356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0905" extrusionOk="0">
                <a:moveTo>
                  <a:pt x="11555" y="2087"/>
                </a:moveTo>
                <a:cubicBezTo>
                  <a:pt x="10070" y="-695"/>
                  <a:pt x="7662" y="-695"/>
                  <a:pt x="6177" y="2087"/>
                </a:cubicBezTo>
                <a:lnTo>
                  <a:pt x="0" y="13962"/>
                </a:lnTo>
                <a:lnTo>
                  <a:pt x="0" y="20905"/>
                </a:lnTo>
                <a:lnTo>
                  <a:pt x="21600" y="20905"/>
                </a:lnTo>
                <a:lnTo>
                  <a:pt x="11555" y="2087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351626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igned by PresentationGo">
    <p:bg>
      <p:bgPr>
        <a:gradFill>
          <a:gsLst>
            <a:gs pos="0">
              <a:srgbClr val="323A45"/>
            </a:gs>
            <a:gs pos="35000">
              <a:srgbClr val="323A45"/>
            </a:gs>
            <a:gs pos="100000">
              <a:srgbClr val="1C2026"/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3152956"/>
            <a:ext cx="12192000" cy="5520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www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A5CD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PresentationGO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com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Rectangle 5">
            <a:hlinkClick r:id="rId2"/>
          </p:cNvPr>
          <p:cNvSpPr/>
          <p:nvPr userDrawn="1"/>
        </p:nvSpPr>
        <p:spPr>
          <a:xfrm>
            <a:off x="2731912" y="3071723"/>
            <a:ext cx="6728177" cy="7145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extBox 1"/>
          <p:cNvSpPr txBox="1"/>
          <p:nvPr userDrawn="1"/>
        </p:nvSpPr>
        <p:spPr>
          <a:xfrm>
            <a:off x="4123473" y="5982900"/>
            <a:ext cx="3945053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800" dirty="0">
                <a:solidFill>
                  <a:srgbClr val="A5CD00"/>
                </a:solidFill>
              </a:rPr>
              <a:t>T</a:t>
            </a:r>
            <a:r>
              <a:rPr lang="en-US" sz="1800" baseline="0" dirty="0">
                <a:solidFill>
                  <a:srgbClr val="A5CD00"/>
                </a:solidFill>
              </a:rPr>
              <a:t>he free PowerPoint and Google Slides template library</a:t>
            </a:r>
            <a:endParaRPr lang="en-US" sz="1800" dirty="0">
              <a:solidFill>
                <a:srgbClr val="A5CD00"/>
              </a:solidFill>
            </a:endParaRPr>
          </a:p>
        </p:txBody>
      </p:sp>
      <p:grpSp>
        <p:nvGrpSpPr>
          <p:cNvPr id="8" name="Group 7"/>
          <p:cNvGrpSpPr/>
          <p:nvPr userDrawn="1"/>
        </p:nvGrpSpPr>
        <p:grpSpPr>
          <a:xfrm>
            <a:off x="4983933" y="2633133"/>
            <a:ext cx="2224135" cy="369332"/>
            <a:chOff x="3459936" y="2633133"/>
            <a:chExt cx="2224135" cy="369332"/>
          </a:xfrm>
        </p:grpSpPr>
        <p:sp>
          <p:nvSpPr>
            <p:cNvPr id="9" name="TextBox 8"/>
            <p:cNvSpPr txBox="1"/>
            <p:nvPr userDrawn="1"/>
          </p:nvSpPr>
          <p:spPr>
            <a:xfrm>
              <a:off x="3459936" y="2633133"/>
              <a:ext cx="2224135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>
                  <a:solidFill>
                    <a:schemeClr val="bg1"/>
                  </a:solidFill>
                  <a:effectLst/>
                </a:rPr>
                <a:t>Designed</a:t>
              </a:r>
              <a:r>
                <a:rPr lang="en-US" baseline="0">
                  <a:solidFill>
                    <a:schemeClr val="bg1"/>
                  </a:solidFill>
                  <a:effectLst/>
                </a:rPr>
                <a:t> with         by</a:t>
              </a:r>
              <a:endParaRPr lang="en-US" dirty="0"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10" name="Freeform 290"/>
            <p:cNvSpPr/>
            <p:nvPr userDrawn="1"/>
          </p:nvSpPr>
          <p:spPr>
            <a:xfrm>
              <a:off x="4977441" y="2705803"/>
              <a:ext cx="261456" cy="223991"/>
            </a:xfrm>
            <a:custGeom>
              <a:avLst/>
              <a:gdLst/>
              <a:ahLst/>
              <a:cxnLst/>
              <a:rect l="l" t="t" r="r" b="b"/>
              <a:pathLst>
                <a:path w="504825" h="432707">
                  <a:moveTo>
                    <a:pt x="134658" y="0"/>
                  </a:moveTo>
                  <a:cubicBezTo>
                    <a:pt x="146301" y="0"/>
                    <a:pt x="158180" y="2019"/>
                    <a:pt x="170294" y="6057"/>
                  </a:cubicBezTo>
                  <a:cubicBezTo>
                    <a:pt x="182407" y="10095"/>
                    <a:pt x="193676" y="15541"/>
                    <a:pt x="204099" y="22396"/>
                  </a:cubicBezTo>
                  <a:cubicBezTo>
                    <a:pt x="214522" y="29251"/>
                    <a:pt x="223490" y="35683"/>
                    <a:pt x="231002" y="41693"/>
                  </a:cubicBezTo>
                  <a:cubicBezTo>
                    <a:pt x="238514" y="47703"/>
                    <a:pt x="245652" y="54088"/>
                    <a:pt x="252412" y="60849"/>
                  </a:cubicBezTo>
                  <a:cubicBezTo>
                    <a:pt x="259174" y="54088"/>
                    <a:pt x="266310" y="47703"/>
                    <a:pt x="273823" y="41693"/>
                  </a:cubicBezTo>
                  <a:cubicBezTo>
                    <a:pt x="281334" y="35683"/>
                    <a:pt x="290303" y="29251"/>
                    <a:pt x="300726" y="22396"/>
                  </a:cubicBezTo>
                  <a:cubicBezTo>
                    <a:pt x="311149" y="15541"/>
                    <a:pt x="322417" y="10095"/>
                    <a:pt x="334531" y="6057"/>
                  </a:cubicBezTo>
                  <a:cubicBezTo>
                    <a:pt x="346645" y="2019"/>
                    <a:pt x="358524" y="0"/>
                    <a:pt x="370167" y="0"/>
                  </a:cubicBezTo>
                  <a:cubicBezTo>
                    <a:pt x="412236" y="0"/>
                    <a:pt x="445197" y="11644"/>
                    <a:pt x="469048" y="34932"/>
                  </a:cubicBezTo>
                  <a:cubicBezTo>
                    <a:pt x="492899" y="58220"/>
                    <a:pt x="504825" y="90523"/>
                    <a:pt x="504825" y="131840"/>
                  </a:cubicBezTo>
                  <a:cubicBezTo>
                    <a:pt x="504825" y="173346"/>
                    <a:pt x="483321" y="215602"/>
                    <a:pt x="440313" y="258610"/>
                  </a:cubicBezTo>
                  <a:lnTo>
                    <a:pt x="264807" y="427636"/>
                  </a:lnTo>
                  <a:cubicBezTo>
                    <a:pt x="261427" y="431017"/>
                    <a:pt x="257295" y="432707"/>
                    <a:pt x="252412" y="432707"/>
                  </a:cubicBezTo>
                  <a:cubicBezTo>
                    <a:pt x="247529" y="432707"/>
                    <a:pt x="243398" y="431017"/>
                    <a:pt x="240018" y="427636"/>
                  </a:cubicBezTo>
                  <a:lnTo>
                    <a:pt x="64230" y="258047"/>
                  </a:lnTo>
                  <a:cubicBezTo>
                    <a:pt x="62351" y="256544"/>
                    <a:pt x="59770" y="254103"/>
                    <a:pt x="56482" y="250722"/>
                  </a:cubicBezTo>
                  <a:cubicBezTo>
                    <a:pt x="53196" y="247342"/>
                    <a:pt x="47984" y="241191"/>
                    <a:pt x="40848" y="232270"/>
                  </a:cubicBezTo>
                  <a:cubicBezTo>
                    <a:pt x="33712" y="223349"/>
                    <a:pt x="27326" y="214194"/>
                    <a:pt x="21692" y="204803"/>
                  </a:cubicBezTo>
                  <a:cubicBezTo>
                    <a:pt x="16057" y="195413"/>
                    <a:pt x="11035" y="184051"/>
                    <a:pt x="6620" y="170717"/>
                  </a:cubicBezTo>
                  <a:cubicBezTo>
                    <a:pt x="2207" y="157382"/>
                    <a:pt x="0" y="144423"/>
                    <a:pt x="0" y="131840"/>
                  </a:cubicBezTo>
                  <a:cubicBezTo>
                    <a:pt x="0" y="90523"/>
                    <a:pt x="11926" y="58220"/>
                    <a:pt x="35777" y="34932"/>
                  </a:cubicBezTo>
                  <a:cubicBezTo>
                    <a:pt x="59629" y="11644"/>
                    <a:pt x="92588" y="0"/>
                    <a:pt x="134658" y="0"/>
                  </a:cubicBezTo>
                  <a:close/>
                </a:path>
              </a:pathLst>
            </a:custGeom>
            <a:solidFill>
              <a:srgbClr val="D9002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539125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hyperlink" Target="http://www.presentationgo.com/" TargetMode="Externa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D6C7F94-AC2B-4ABA-8168-9102B651E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99E8B4-649E-4A8B-B6EE-CC6C44EF5A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4133B5-720F-4407-9AAB-3B5E07088D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Date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91AE36-FE6A-4E21-B178-40F00D0FF5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Your Footer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154408-120E-4EFA-AC50-C50B6469D2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2B7600-67E3-4D97-B453-880E2742B98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793780E-9A94-4D66-9FC2-734AC5AEF5F1}"/>
              </a:ext>
            </a:extLst>
          </p:cNvPr>
          <p:cNvSpPr/>
          <p:nvPr userDrawn="1"/>
        </p:nvSpPr>
        <p:spPr>
          <a:xfrm>
            <a:off x="-12701" y="7007226"/>
            <a:ext cx="16610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0" i="0" dirty="0">
                <a:solidFill>
                  <a:schemeClr val="accent1"/>
                </a:solidFill>
                <a:effectLst/>
                <a:latin typeface="Open Sans" panose="020B0606030504020204" pitchFamily="34" charset="0"/>
              </a:rPr>
              <a:t>© </a:t>
            </a:r>
            <a:r>
              <a:rPr lang="en-US" sz="1100" b="0" i="0" u="none" strike="noStrike" dirty="0">
                <a:solidFill>
                  <a:schemeClr val="accent1"/>
                </a:solidFill>
                <a:effectLst/>
                <a:latin typeface="Open Sans" panose="020B0606030504020204" pitchFamily="34" charset="0"/>
                <a:hlinkClick r:id="rId9" tooltip="PresentationGo!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presentationgo.com</a:t>
            </a:r>
            <a:endParaRPr lang="en-US" sz="1100" dirty="0">
              <a:solidFill>
                <a:schemeClr val="accent1"/>
              </a:solidFill>
              <a:latin typeface="Calibri" panose="020F0502020204030204" pitchFamily="34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432F9B4-C534-44E7-8E53-6B3CF87C8383}"/>
              </a:ext>
            </a:extLst>
          </p:cNvPr>
          <p:cNvGrpSpPr/>
          <p:nvPr userDrawn="1"/>
        </p:nvGrpSpPr>
        <p:grpSpPr>
          <a:xfrm>
            <a:off x="-1654908" y="-16654"/>
            <a:ext cx="1569183" cy="612144"/>
            <a:chOff x="-2096383" y="21447"/>
            <a:chExt cx="1569183" cy="612144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6BD643E-9383-4DCE-97E0-18B6179C2E33}"/>
                </a:ext>
              </a:extLst>
            </p:cNvPr>
            <p:cNvSpPr txBox="1"/>
            <p:nvPr userDrawn="1"/>
          </p:nvSpPr>
          <p:spPr>
            <a:xfrm>
              <a:off x="-2096383" y="21447"/>
              <a:ext cx="36580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By: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C47BF03-421F-44AE-8D61-516BA442BCFD}"/>
                </a:ext>
              </a:extLst>
            </p:cNvPr>
            <p:cNvSpPr txBox="1"/>
            <p:nvPr userDrawn="1"/>
          </p:nvSpPr>
          <p:spPr>
            <a:xfrm>
              <a:off x="-1002010" y="387370"/>
              <a:ext cx="47481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.com</a:t>
              </a:r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A25AF704-0297-4965-ABDA-DCACCBDEC43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/>
            <a:stretch>
              <a:fillRect/>
            </a:stretch>
          </p:blipFill>
          <p:spPr>
            <a:xfrm>
              <a:off x="-2018604" y="234547"/>
              <a:ext cx="1405251" cy="18594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630276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spcAft>
          <a:spcPts val="12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spcAft>
          <a:spcPts val="12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323A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Date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Your Footer Here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6EDDA2-A385-4D53-9944-861446547D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6165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image" Target="../media/image3.png"/><Relationship Id="rId7" Type="http://schemas.openxmlformats.org/officeDocument/2006/relationships/diagramQuickStyle" Target="../diagrams/quickStyle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microsoft.com/office/2007/relationships/hdphoto" Target="../media/hdphoto1.wdp"/><Relationship Id="rId9" Type="http://schemas.microsoft.com/office/2007/relationships/diagramDrawing" Target="../diagrams/drawing1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5" Type="http://schemas.openxmlformats.org/officeDocument/2006/relationships/image" Target="../media/image7.png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microsoft.com/office/2007/relationships/hdphoto" Target="../media/hdphoto1.wdp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microsoft.com/office/2007/relationships/hdphoto" Target="../media/hdphoto3.wdp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microsoft.com/office/2007/relationships/hdphoto" Target="../media/hdphoto3.wdp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microsoft.com/office/2007/relationships/hdphoto" Target="../media/hdphoto3.wdp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3.png"/><Relationship Id="rId4" Type="http://schemas.microsoft.com/office/2007/relationships/hdphoto" Target="../media/hdphoto3.wdp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7" Type="http://schemas.openxmlformats.org/officeDocument/2006/relationships/image" Target="../media/image1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microsoft.com/office/2007/relationships/hdphoto" Target="../media/hdphoto3.wdp"/><Relationship Id="rId5" Type="http://schemas.openxmlformats.org/officeDocument/2006/relationships/image" Target="../media/image10.png"/><Relationship Id="rId4" Type="http://schemas.openxmlformats.org/officeDocument/2006/relationships/image" Target="../media/image14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/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331" r="26331"/>
          <a:stretch>
            <a:fillRect/>
          </a:stretch>
        </p:blipFill>
        <p:spPr/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CE96478-0438-4D0D-A7E9-EF6F93B41D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1803" y="2117035"/>
            <a:ext cx="7463246" cy="3530950"/>
          </a:xfr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ru-RU" b="1" i="1" spc="50" dirty="0" err="1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 Black" pitchFamily="34" charset="0"/>
              </a:rPr>
              <a:t>Лінійні</a:t>
            </a:r>
            <a:r>
              <a:rPr lang="ru-RU" b="1" i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 Black" pitchFamily="34" charset="0"/>
              </a:rPr>
              <a:t> </a:t>
            </a:r>
            <a:r>
              <a:rPr lang="ru-RU" b="1" i="1" spc="50" dirty="0" err="1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 Black" pitchFamily="34" charset="0"/>
              </a:rPr>
              <a:t>алгоритми</a:t>
            </a:r>
            <a:r>
              <a:rPr lang="ru-RU" b="1" i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 Black" pitchFamily="34" charset="0"/>
              </a:rPr>
              <a:t>.</a:t>
            </a:r>
            <a:br>
              <a:rPr lang="ru-RU" b="1" i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 Black" pitchFamily="34" charset="0"/>
              </a:rPr>
            </a:br>
            <a:r>
              <a:rPr lang="ru-RU" b="1" i="1" spc="50" dirty="0" err="1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 Black" pitchFamily="34" charset="0"/>
              </a:rPr>
              <a:t>Черепашача</a:t>
            </a:r>
            <a:r>
              <a:rPr lang="ru-RU" b="1" i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 Black" pitchFamily="34" charset="0"/>
              </a:rPr>
              <a:t> </a:t>
            </a:r>
            <a:r>
              <a:rPr lang="ru-RU" b="1" i="1" spc="50" dirty="0" err="1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 Black" pitchFamily="34" charset="0"/>
              </a:rPr>
              <a:t>графіка</a:t>
            </a:r>
            <a:endParaRPr lang="ru-RU" b="1" i="1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4885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349B84D-A234-4296-B4C9-92A57C6D1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3868"/>
            <a:ext cx="8616696" cy="988187"/>
          </a:xfr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uk-UA" b="1" dirty="0"/>
              <a:t>Л</a:t>
            </a:r>
            <a:r>
              <a:rPr lang="uk-UA" b="1" dirty="0" smtClean="0"/>
              <a:t>інійні алгоритми</a:t>
            </a:r>
            <a:endParaRPr lang="en-US" b="1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E780FC3-EBC9-4538-91F6-C3852A6555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7705"/>
            <a:ext cx="8848609" cy="380487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uk-UA" b="1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uk-UA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Алгоритм, у якому використовується тільки структура слідування, називається </a:t>
            </a:r>
            <a:r>
              <a:rPr lang="uk-UA" sz="36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лінійним</a:t>
            </a:r>
            <a:r>
              <a:rPr lang="uk-UA" sz="3600" b="1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uk-UA" sz="3600" b="1" dirty="0"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uk-UA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Будь-яка </a:t>
            </a:r>
            <a:r>
              <a:rPr lang="uk-UA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програма має прийняти вхідні дані (введення), опрацювати їх і повернути результат (виведення</a:t>
            </a:r>
            <a:r>
              <a:rPr lang="uk-UA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uk-UA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E294D89-4B92-4C25-93C3-28017F1DC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72B7600-67E3-4D97-B453-880E2742B982}" type="slidenum">
              <a:rPr lang="en-US" smtClean="0"/>
              <a:pPr/>
              <a:t>2</a:t>
            </a:fld>
            <a:endParaRPr lang="en-US"/>
          </a:p>
        </p:txBody>
      </p:sp>
      <p:pic>
        <p:nvPicPr>
          <p:cNvPr id="1026" name="Picture 2" descr="Мова програмування python що це? Як вивчити Пайтон? Основні навички для  python розробника | Кременчуцька газета"/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01017" y="5282576"/>
            <a:ext cx="2846266" cy="1575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1497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92738-5ABF-4B0E-8DE3-867BE4D42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72B7600-67E3-4D97-B453-880E2742B982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14" name="Прямоугольник 13"/>
          <p:cNvSpPr/>
          <p:nvPr/>
        </p:nvSpPr>
        <p:spPr>
          <a:xfrm>
            <a:off x="2143053" y="1395939"/>
            <a:ext cx="8880818" cy="17840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 програмах, що реалізують лінійні алгоритми, використовуються команди введення даних, присвоєння та виведення.</a:t>
            </a:r>
          </a:p>
        </p:txBody>
      </p:sp>
      <p:pic>
        <p:nvPicPr>
          <p:cNvPr id="15" name="Picture 2" descr="Мова програмування python що це? Як вивчити Пайтон? Основні навички для  python розробника | Кременчуцька газета"/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91687" y="0"/>
            <a:ext cx="2846266" cy="1575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9" name="Схема 8"/>
          <p:cNvGraphicFramePr/>
          <p:nvPr>
            <p:extLst>
              <p:ext uri="{D42A27DB-BD31-4B8C-83A1-F6EECF244321}">
                <p14:modId xmlns:p14="http://schemas.microsoft.com/office/powerpoint/2010/main" val="2060427683"/>
              </p:ext>
            </p:extLst>
          </p:nvPr>
        </p:nvGraphicFramePr>
        <p:xfrm>
          <a:off x="2225945" y="3522449"/>
          <a:ext cx="9127855" cy="29161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327980" y="3788834"/>
            <a:ext cx="20346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>
                <a:solidFill>
                  <a:schemeClr val="bg1"/>
                </a:solidFill>
              </a:rPr>
              <a:t>x=input(</a:t>
            </a:r>
            <a:r>
              <a:rPr lang="uk-UA" sz="2800" dirty="0" smtClean="0">
                <a:solidFill>
                  <a:schemeClr val="bg1"/>
                </a:solidFill>
              </a:rPr>
              <a:t>‘</a:t>
            </a:r>
            <a:r>
              <a:rPr lang="en-US" sz="2800" dirty="0" smtClean="0">
                <a:solidFill>
                  <a:schemeClr val="bg1"/>
                </a:solidFill>
              </a:rPr>
              <a:t>x=‘)</a:t>
            </a:r>
            <a:endParaRPr lang="uk-UA" sz="2800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683362" y="3788834"/>
            <a:ext cx="1800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>
                <a:solidFill>
                  <a:schemeClr val="bg1"/>
                </a:solidFill>
              </a:rPr>
              <a:t>a=2*x</a:t>
            </a:r>
            <a:endParaRPr lang="uk-UA" sz="2800" dirty="0">
              <a:solidFill>
                <a:schemeClr val="bg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972642" y="3788834"/>
            <a:ext cx="1800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>
                <a:solidFill>
                  <a:schemeClr val="bg1"/>
                </a:solidFill>
              </a:rPr>
              <a:t>print(a)</a:t>
            </a:r>
            <a:endParaRPr lang="uk-UA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72213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Мова програмування python що це? Як вивчити Пайтон? Основні навички для  python розробника | Кременчуцька газета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1565" y="94350"/>
            <a:ext cx="2846266" cy="1575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/>
          <p:cNvSpPr/>
          <p:nvPr/>
        </p:nvSpPr>
        <p:spPr>
          <a:xfrm>
            <a:off x="2137272" y="319489"/>
            <a:ext cx="9816029" cy="60923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Команда </a:t>
            </a:r>
            <a:r>
              <a:rPr lang="en-US" sz="40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input()</a:t>
            </a:r>
            <a:r>
              <a:rPr lang="uk-UA" sz="40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призначена для введення даних із клавіатури. </a:t>
            </a:r>
            <a:endParaRPr lang="uk-UA" sz="4000" b="1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uk-UA" sz="4000" b="1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uk-UA" sz="40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Коли </a:t>
            </a:r>
            <a:r>
              <a:rPr lang="uk-UA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програма зустрічає команду </a:t>
            </a:r>
            <a:r>
              <a:rPr lang="en-US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input, </a:t>
            </a:r>
            <a:r>
              <a:rPr lang="uk-UA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вона припиняє роботу й очікує, поки користувач уведе дані й натисне </a:t>
            </a:r>
            <a:r>
              <a:rPr lang="en-US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Enter. </a:t>
            </a:r>
            <a:r>
              <a:rPr lang="uk-UA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 дужках може бути записана підказка користувачеві, що саме потрібно ввести. Ця підказка виводиться на екран</a:t>
            </a:r>
            <a:r>
              <a:rPr lang="uk-UA" sz="40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uk-UA" sz="4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50976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E780FC3-EBC9-4538-91F6-C3852A6555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5155" y="85160"/>
            <a:ext cx="8848609" cy="2415669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uk-UA" sz="3200" b="1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uk-UA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Значення</a:t>
            </a:r>
            <a:r>
              <a:rPr lang="uk-UA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отримане від команди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input, Python </a:t>
            </a:r>
            <a:r>
              <a:rPr lang="uk-UA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сприймає як рядок (послідовність символів), навіть якщо ми ввели число.</a:t>
            </a:r>
          </a:p>
          <a:p>
            <a:pPr marL="0" indent="0" algn="ctr">
              <a:buNone/>
            </a:pPr>
            <a:endParaRPr lang="uk-UA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E294D89-4B92-4C25-93C3-28017F1DC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72B7600-67E3-4D97-B453-880E2742B982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1026" name="Picture 2" descr="Мова програмування python що це? Як вивчити Пайтон? Основні навички для  python розробника | Кременчуцька газета"/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01017" y="5282576"/>
            <a:ext cx="2846266" cy="1575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4"/>
          <a:stretch/>
        </p:blipFill>
        <p:spPr bwMode="auto">
          <a:xfrm>
            <a:off x="1022116" y="2524272"/>
            <a:ext cx="6594758" cy="950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4101" y="3698043"/>
            <a:ext cx="6553506" cy="9397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5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4429" y="4931536"/>
            <a:ext cx="5522116" cy="16073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43776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Мова програмування python що це? Як вивчити Пайтон? Основні навички для  python розробника | Кременчуцька газета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50104" y="-134250"/>
            <a:ext cx="2846266" cy="1575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5212307"/>
              </p:ext>
            </p:extLst>
          </p:nvPr>
        </p:nvGraphicFramePr>
        <p:xfrm>
          <a:off x="1910570" y="513706"/>
          <a:ext cx="9701207" cy="5982656"/>
        </p:xfrm>
        <a:graphic>
          <a:graphicData uri="http://schemas.openxmlformats.org/drawingml/2006/table">
            <a:tbl>
              <a:tblPr firstRow="1" bandRow="1">
                <a:tableStyleId>{91EBBBCC-DAD2-459C-BE2E-F6DE35CF9A28}</a:tableStyleId>
              </a:tblPr>
              <a:tblGrid>
                <a:gridCol w="28221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790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3913">
                <a:tc>
                  <a:txBody>
                    <a:bodyPr/>
                    <a:lstStyle/>
                    <a:p>
                      <a:pPr algn="ctr"/>
                      <a:r>
                        <a:rPr lang="uk-UA" sz="2400" dirty="0" smtClean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Функція</a:t>
                      </a:r>
                      <a:endParaRPr lang="uk-UA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2400" dirty="0" smtClean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Опис функції</a:t>
                      </a:r>
                      <a:endParaRPr lang="uk-UA" sz="24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5301">
                <a:tc>
                  <a:txBody>
                    <a:bodyPr/>
                    <a:lstStyle/>
                    <a:p>
                      <a:r>
                        <a:rPr lang="uk-UA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а=</a:t>
                      </a:r>
                      <a:r>
                        <a:rPr lang="ru-RU" sz="2000" dirty="0" err="1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input</a:t>
                      </a:r>
                      <a:r>
                        <a:rPr lang="ru-RU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()</a:t>
                      </a:r>
                      <a:endParaRPr lang="uk-UA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uk-UA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введення</a:t>
                      </a:r>
                      <a:r>
                        <a:rPr lang="uk-UA" sz="2000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значення рядкової змінної </a:t>
                      </a:r>
                      <a:r>
                        <a:rPr lang="ru-RU" sz="2000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з </a:t>
                      </a:r>
                      <a:r>
                        <a:rPr lang="ru-RU" sz="2000" baseline="0" dirty="0" err="1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клавіатури</a:t>
                      </a:r>
                      <a:r>
                        <a:rPr lang="en-US" sz="2000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uk-UA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6822">
                <a:tc>
                  <a:txBody>
                    <a:bodyPr/>
                    <a:lstStyle/>
                    <a:p>
                      <a:r>
                        <a:rPr lang="uk-UA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а=</a:t>
                      </a:r>
                      <a:r>
                        <a:rPr lang="ru-RU" sz="2000" dirty="0" err="1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input</a:t>
                      </a:r>
                      <a:r>
                        <a:rPr lang="ru-RU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‘</a:t>
                      </a:r>
                      <a:r>
                        <a:rPr lang="uk-UA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текст</a:t>
                      </a:r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’</a:t>
                      </a:r>
                      <a:r>
                        <a:rPr lang="ru-RU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uk-UA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uk-UA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введення</a:t>
                      </a:r>
                      <a:r>
                        <a:rPr lang="uk-UA" sz="2000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значення рядкової змінної </a:t>
                      </a:r>
                      <a:r>
                        <a:rPr lang="ru-RU" sz="2000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з </a:t>
                      </a:r>
                      <a:r>
                        <a:rPr lang="ru-RU" sz="2000" baseline="0" dirty="0" err="1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клавіатури</a:t>
                      </a:r>
                      <a:r>
                        <a:rPr lang="uk-UA" sz="2000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але перед цим надрукується текст, записаний у лапках</a:t>
                      </a:r>
                      <a:endParaRPr lang="uk-UA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6822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x=</a:t>
                      </a:r>
                      <a:r>
                        <a:rPr lang="en-US" sz="2000" dirty="0" err="1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</a:t>
                      </a:r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(a)</a:t>
                      </a:r>
                      <a:endParaRPr lang="uk-UA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uk-UA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значення</a:t>
                      </a:r>
                      <a:r>
                        <a:rPr lang="uk-UA" sz="2000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рядкової змінної </a:t>
                      </a:r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uk-UA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переводиться в ціле число, і результат присвоюється змінній х</a:t>
                      </a:r>
                      <a:endParaRPr lang="uk-UA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682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x=</a:t>
                      </a:r>
                      <a:r>
                        <a:rPr lang="ru-RU" sz="2000" dirty="0" err="1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float</a:t>
                      </a:r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(a)</a:t>
                      </a:r>
                      <a:endParaRPr lang="uk-UA" sz="2000" dirty="0" smtClean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uk-UA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uk-UA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значення</a:t>
                      </a:r>
                      <a:r>
                        <a:rPr lang="uk-UA" sz="2000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рядкової змінної </a:t>
                      </a:r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uk-UA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переводиться в дійсне число, і результат присвоюється змінній х</a:t>
                      </a:r>
                      <a:endParaRPr lang="uk-UA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530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uk-UA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а=</a:t>
                      </a:r>
                      <a:r>
                        <a:rPr lang="uk-UA" sz="2000" dirty="0" err="1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</a:t>
                      </a:r>
                      <a:r>
                        <a:rPr lang="uk-UA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ru-RU" sz="2000" dirty="0" err="1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input</a:t>
                      </a:r>
                      <a:r>
                        <a:rPr lang="ru-RU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())</a:t>
                      </a:r>
                      <a:endParaRPr lang="uk-UA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uk-UA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введення</a:t>
                      </a:r>
                      <a:r>
                        <a:rPr lang="uk-UA" sz="2000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значення змінної цілого типу </a:t>
                      </a:r>
                      <a:r>
                        <a:rPr lang="ru-RU" sz="2000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з </a:t>
                      </a:r>
                      <a:r>
                        <a:rPr lang="ru-RU" sz="2000" baseline="0" dirty="0" err="1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клавіатури</a:t>
                      </a:r>
                      <a:r>
                        <a:rPr lang="en-US" sz="2000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uk-UA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1682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uk-UA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а=</a:t>
                      </a:r>
                      <a:r>
                        <a:rPr lang="uk-UA" sz="2000" dirty="0" err="1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</a:t>
                      </a:r>
                      <a:r>
                        <a:rPr lang="uk-UA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ru-RU" sz="2000" dirty="0" err="1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input</a:t>
                      </a:r>
                      <a:r>
                        <a:rPr lang="ru-RU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(‘</a:t>
                      </a:r>
                      <a:r>
                        <a:rPr lang="uk-UA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текст</a:t>
                      </a:r>
                      <a:r>
                        <a:rPr lang="ru-RU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’))</a:t>
                      </a:r>
                      <a:endParaRPr lang="uk-UA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uk-UA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введення</a:t>
                      </a:r>
                      <a:r>
                        <a:rPr lang="uk-UA" sz="2000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значення змінної цілого типу </a:t>
                      </a:r>
                      <a:r>
                        <a:rPr lang="ru-RU" sz="2000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з </a:t>
                      </a:r>
                      <a:r>
                        <a:rPr lang="ru-RU" sz="2000" baseline="0" dirty="0" err="1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клавіатури</a:t>
                      </a:r>
                      <a:r>
                        <a:rPr lang="uk-UA" sz="2000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але перед цим надрукується текст, записаний у лапках</a:t>
                      </a:r>
                      <a:endParaRPr lang="uk-UA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1682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uk-UA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а=</a:t>
                      </a:r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float</a:t>
                      </a:r>
                      <a:r>
                        <a:rPr lang="uk-UA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ru-RU" sz="2000" dirty="0" err="1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input</a:t>
                      </a:r>
                      <a:r>
                        <a:rPr lang="ru-RU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())</a:t>
                      </a:r>
                      <a:endParaRPr lang="uk-UA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uk-UA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введення</a:t>
                      </a:r>
                      <a:r>
                        <a:rPr lang="uk-UA" sz="2000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значення змінної дійсного типу </a:t>
                      </a:r>
                      <a:r>
                        <a:rPr lang="ru-RU" sz="2000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з </a:t>
                      </a:r>
                      <a:r>
                        <a:rPr lang="ru-RU" sz="2000" baseline="0" dirty="0" err="1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клавіатури</a:t>
                      </a:r>
                      <a:r>
                        <a:rPr lang="en-US" sz="2000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uk-UA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02403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uk-UA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а=</a:t>
                      </a:r>
                      <a:r>
                        <a:rPr lang="uk-UA" sz="2000" dirty="0" err="1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float</a:t>
                      </a:r>
                      <a:r>
                        <a:rPr lang="uk-UA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ru-RU" sz="2000" dirty="0" err="1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input</a:t>
                      </a:r>
                      <a:r>
                        <a:rPr lang="ru-RU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(‘</a:t>
                      </a:r>
                      <a:r>
                        <a:rPr lang="uk-UA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текст</a:t>
                      </a:r>
                      <a:r>
                        <a:rPr lang="ru-RU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’))</a:t>
                      </a:r>
                      <a:endParaRPr lang="uk-UA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uk-UA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введення</a:t>
                      </a:r>
                      <a:r>
                        <a:rPr lang="uk-UA" sz="2000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значення змінної дійсного типу </a:t>
                      </a:r>
                      <a:r>
                        <a:rPr lang="ru-RU" sz="2000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з </a:t>
                      </a:r>
                      <a:r>
                        <a:rPr lang="ru-RU" sz="2000" baseline="0" dirty="0" err="1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клавіатури</a:t>
                      </a:r>
                      <a:r>
                        <a:rPr lang="uk-UA" sz="2000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але перед цим надрукується текст, записаний у лапках</a:t>
                      </a:r>
                      <a:endParaRPr lang="uk-UA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11643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E780FC3-EBC9-4538-91F6-C3852A6555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5155" y="85161"/>
            <a:ext cx="8848609" cy="1941944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uk-UA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Щоб </a:t>
            </a:r>
            <a:r>
              <a:rPr lang="uk-UA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вивести текст або значення змінної у вікно консолі використовують команду </a:t>
            </a:r>
            <a:r>
              <a:rPr lang="ru-RU" sz="4000" b="1" dirty="0" err="1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uk-UA" sz="4000" b="1" dirty="0" smtClean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E294D89-4B92-4C25-93C3-28017F1DC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72B7600-67E3-4D97-B453-880E2742B982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1026" name="Picture 2" descr="Мова програмування python що це? Як вивчити Пайтон? Основні навички для  python розробника | Кременчуцька газета"/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01017" y="5282576"/>
            <a:ext cx="2846266" cy="1575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0" name="Таблица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5011005"/>
              </p:ext>
            </p:extLst>
          </p:nvPr>
        </p:nvGraphicFramePr>
        <p:xfrm>
          <a:off x="1953228" y="2214391"/>
          <a:ext cx="9493298" cy="3377857"/>
        </p:xfrm>
        <a:graphic>
          <a:graphicData uri="http://schemas.openxmlformats.org/drawingml/2006/table">
            <a:tbl>
              <a:tblPr firstRow="1" bandRow="1">
                <a:tableStyleId>{91EBBBCC-DAD2-459C-BE2E-F6DE35CF9A28}</a:tableStyleId>
              </a:tblPr>
              <a:tblGrid>
                <a:gridCol w="27616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316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2671">
                <a:tc>
                  <a:txBody>
                    <a:bodyPr/>
                    <a:lstStyle/>
                    <a:p>
                      <a:pPr algn="ctr"/>
                      <a:r>
                        <a:rPr lang="uk-UA" sz="2400" dirty="0" smtClean="0">
                          <a:solidFill>
                            <a:schemeClr val="bg1"/>
                          </a:solidFill>
                        </a:rPr>
                        <a:t>Команда</a:t>
                      </a:r>
                      <a:endParaRPr lang="uk-UA" sz="2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2400" dirty="0" smtClean="0">
                          <a:solidFill>
                            <a:schemeClr val="bg1"/>
                          </a:solidFill>
                        </a:rPr>
                        <a:t>Опис команди</a:t>
                      </a:r>
                      <a:endParaRPr lang="uk-UA" sz="2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2671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print(a)</a:t>
                      </a:r>
                      <a:endParaRPr lang="uk-UA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uk-UA" sz="2000" baseline="0" dirty="0" smtClean="0">
                          <a:solidFill>
                            <a:schemeClr val="tx1"/>
                          </a:solidFill>
                        </a:rPr>
                        <a:t>виводить у вікно консолі значення змінної </a:t>
                      </a:r>
                      <a:r>
                        <a:rPr lang="ru-RU" sz="2000" b="1" baseline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uk-UA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1322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print(‘a=‘,a)</a:t>
                      </a:r>
                      <a:endParaRPr lang="uk-UA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uk-UA" sz="2000" dirty="0" smtClean="0">
                          <a:solidFill>
                            <a:schemeClr val="tx1"/>
                          </a:solidFill>
                        </a:rPr>
                        <a:t>виводить</a:t>
                      </a:r>
                      <a:r>
                        <a:rPr lang="uk-UA" sz="2000" baseline="0" dirty="0" smtClean="0">
                          <a:solidFill>
                            <a:schemeClr val="tx1"/>
                          </a:solidFill>
                        </a:rPr>
                        <a:t> у вікно консолі текст </a:t>
                      </a:r>
                      <a:r>
                        <a:rPr lang="uk-UA" sz="2000" b="1" i="0" baseline="0" dirty="0" smtClean="0">
                          <a:solidFill>
                            <a:schemeClr val="tx1"/>
                          </a:solidFill>
                        </a:rPr>
                        <a:t>а=</a:t>
                      </a:r>
                      <a:r>
                        <a:rPr lang="uk-UA" sz="2000" baseline="0" dirty="0" smtClean="0">
                          <a:solidFill>
                            <a:schemeClr val="tx1"/>
                          </a:solidFill>
                        </a:rPr>
                        <a:t>, а потім значення  змінної </a:t>
                      </a:r>
                      <a:r>
                        <a:rPr lang="ru-RU" sz="2000" b="1" baseline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uk-UA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2671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print(a, b, c)</a:t>
                      </a:r>
                      <a:endParaRPr lang="uk-UA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uk-UA" sz="2000" dirty="0" smtClean="0">
                          <a:solidFill>
                            <a:schemeClr val="tx1"/>
                          </a:solidFill>
                        </a:rPr>
                        <a:t>виводить у вікно консолі значення</a:t>
                      </a:r>
                      <a:r>
                        <a:rPr lang="uk-UA" sz="2000" baseline="0" dirty="0" smtClean="0">
                          <a:solidFill>
                            <a:schemeClr val="tx1"/>
                          </a:solidFill>
                        </a:rPr>
                        <a:t> змінних </a:t>
                      </a:r>
                      <a:r>
                        <a:rPr lang="en-US" sz="2000" b="1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uk-UA" sz="2000" b="1" dirty="0" smtClean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en-US" sz="2000" b="1" dirty="0" smtClean="0">
                          <a:solidFill>
                            <a:schemeClr val="tx1"/>
                          </a:solidFill>
                        </a:rPr>
                        <a:t> b, c</a:t>
                      </a:r>
                      <a:endParaRPr lang="uk-UA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267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print(</a:t>
                      </a:r>
                      <a:r>
                        <a:rPr lang="en-US" sz="2000" dirty="0" err="1" smtClean="0">
                          <a:solidFill>
                            <a:schemeClr val="tx1"/>
                          </a:solidFill>
                        </a:rPr>
                        <a:t>a+b</a:t>
                      </a:r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uk-UA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uk-UA" sz="2000" baseline="0" dirty="0" smtClean="0">
                          <a:solidFill>
                            <a:schemeClr val="tx1"/>
                          </a:solidFill>
                        </a:rPr>
                        <a:t>виводить у вікно консолі значення</a:t>
                      </a:r>
                      <a:r>
                        <a:rPr lang="en-US" sz="2000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uk-UA" sz="2000" baseline="0" dirty="0" smtClean="0">
                          <a:solidFill>
                            <a:schemeClr val="tx1"/>
                          </a:solidFill>
                        </a:rPr>
                        <a:t>виразу  </a:t>
                      </a:r>
                      <a:r>
                        <a:rPr lang="ru-RU" sz="2000" b="1" baseline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sz="2000" b="1" baseline="0" dirty="0" smtClean="0">
                          <a:solidFill>
                            <a:schemeClr val="tx1"/>
                          </a:solidFill>
                        </a:rPr>
                        <a:t>+b</a:t>
                      </a:r>
                      <a:endParaRPr lang="uk-UA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8132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print(x,</a:t>
                      </a:r>
                      <a:r>
                        <a:rPr lang="en-US" sz="2000" baseline="0" dirty="0" smtClean="0">
                          <a:solidFill>
                            <a:schemeClr val="tx1"/>
                          </a:solidFill>
                        </a:rPr>
                        <a:t> 2*x,3*x)</a:t>
                      </a:r>
                      <a:endParaRPr lang="uk-UA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uk-UA" sz="2000" baseline="0" dirty="0" smtClean="0">
                          <a:solidFill>
                            <a:schemeClr val="tx1"/>
                          </a:solidFill>
                        </a:rPr>
                        <a:t>виводить у вікно консолі значення</a:t>
                      </a:r>
                      <a:r>
                        <a:rPr lang="en-US" sz="2000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uk-UA" sz="2000" baseline="0" dirty="0" smtClean="0">
                          <a:solidFill>
                            <a:schemeClr val="tx1"/>
                          </a:solidFill>
                        </a:rPr>
                        <a:t>змінної х та значення виразів </a:t>
                      </a:r>
                      <a:r>
                        <a:rPr lang="uk-UA" sz="2000" b="1" baseline="0" dirty="0" smtClean="0">
                          <a:solidFill>
                            <a:schemeClr val="tx1"/>
                          </a:solidFill>
                        </a:rPr>
                        <a:t>2х, 3х</a:t>
                      </a:r>
                      <a:endParaRPr lang="uk-UA" sz="20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01024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E780FC3-EBC9-4538-91F6-C3852A6555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8488" y="1679587"/>
            <a:ext cx="10197189" cy="4390701"/>
          </a:xfrm>
        </p:spPr>
        <p:txBody>
          <a:bodyPr>
            <a:noAutofit/>
          </a:bodyPr>
          <a:lstStyle/>
          <a:p>
            <a:pPr marL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uk-UA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 середовищі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</a:t>
            </a:r>
            <a:r>
              <a:rPr lang="uk-UA" sz="36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Черепашкою</a:t>
            </a:r>
            <a:r>
              <a:rPr lang="uk-UA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зветься уявний робот, який переміщується екраном за алгоритмом, залишаючи (або не залишаючи) за собою намальований слід.</a:t>
            </a:r>
            <a:r>
              <a:rPr lang="uk-UA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uk-UA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uk-UA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Її положення та напрямок руху показує чорна стрілка, що повільно пересувається по екрану. Це дає змогу зрозуміти, як кожен рядок коду впливає на її рух</a:t>
            </a:r>
            <a:r>
              <a:rPr lang="uk-UA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uk-UA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Мова програмування python що це? Як вивчити Пайтон? Основні навички для  python розробника | Кременчуцька газета"/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01017" y="5282576"/>
            <a:ext cx="2846266" cy="1575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itle 3">
            <a:extLst>
              <a:ext uri="{FF2B5EF4-FFF2-40B4-BE49-F238E27FC236}">
                <a16:creationId xmlns:a16="http://schemas.microsoft.com/office/drawing/2014/main" id="{4349B84D-A234-4296-B4C9-92A57C6D1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3868"/>
            <a:ext cx="8616696" cy="988187"/>
          </a:xfr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/>
          <a:lstStyle/>
          <a:p>
            <a:r>
              <a:rPr lang="uk-UA" b="1" dirty="0" smtClean="0"/>
              <a:t>Черепашача графіка</a:t>
            </a:r>
            <a:endParaRPr lang="en-US" b="1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0" b="98704" l="0" r="99667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91291" y="311842"/>
            <a:ext cx="2600709" cy="15604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75597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E780FC3-EBC9-4538-91F6-C3852A6555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8848609" cy="1989024"/>
          </a:xfrm>
        </p:spPr>
        <p:txBody>
          <a:bodyPr>
            <a:noAutofit/>
          </a:bodyPr>
          <a:lstStyle/>
          <a:p>
            <a:pPr marL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uk-UA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 виконання Черепашкою команд відображається у графічному вікні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Turtle </a:t>
            </a:r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Grafics</a:t>
            </a:r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uk-UA" altLang="uk-UA" sz="4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Мова програмування python що це? Як вивчити Пайтон? Основні навички для  python розробника | Кременчуцька газета"/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01017" y="5282576"/>
            <a:ext cx="2846266" cy="1575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https://ua.izzi.digital/DOS/193559/datastore/21/publication/193559/pictures/2022/08/28/8543bf43d7623d3b15e2648a59fca07a_inform-5_unit24_005.png?v=173696101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4235" y="1899928"/>
            <a:ext cx="9497955" cy="37820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57594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124197"/>
            <a:ext cx="10068339" cy="2300951"/>
          </a:xfrm>
        </p:spPr>
        <p:txBody>
          <a:bodyPr/>
          <a:lstStyle/>
          <a:p>
            <a:pPr marL="0" indent="0" algn="ctr">
              <a:buNone/>
            </a:pPr>
            <a:r>
              <a:rPr lang="uk-UA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Ви вже знаєте, що таке координатний промінь, і вмієте визначати положення точки на промені. Але для малювання нам доведеться користуватися орієнтирами не тільки вздовж промені, а й на площині. Будь-яка точка у вікні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Turtle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Grafics</a:t>
            </a:r>
            <a:r>
              <a:rPr lang="uk-UA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може бути задана парою чисел (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X, Y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uk-UA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2" descr="Мова програмування python що це? Як вивчити Пайтон? Основні навички для  python розробника | Кременчуцька газета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01017" y="5282576"/>
            <a:ext cx="2846266" cy="1575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5574" y="2218557"/>
            <a:ext cx="7287209" cy="422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2" descr="https://ua.izzi.digital/DOS/193559/datastore/21/publication/193559/pictures/2022/12/04/b9dab29a45f3644be1c915e161c94bf1_inform-5_unit24_008.jpg?v=1736961012"/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620" b="89933" l="68943" r="9549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4596" y="2600325"/>
            <a:ext cx="7391400" cy="4257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109862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Мова програмування python що це? Як вивчити Пайтон? Основні навички для  python розробника | Кременчуцька газета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01017" y="5282576"/>
            <a:ext cx="2846266" cy="1575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337930" y="238540"/>
            <a:ext cx="9929192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Для завантаження команд роботи з Черепашкою потрібна команда:</a:t>
            </a:r>
          </a:p>
          <a:p>
            <a:pPr algn="ctr"/>
            <a:r>
              <a:rPr lang="en-US" sz="28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from turtle import </a:t>
            </a:r>
            <a:r>
              <a:rPr lang="en-US" sz="28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endParaRPr lang="uk-UA" sz="2800" b="1" dirty="0" smtClean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28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uk-UA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Після введення цієї команди ви можете давати Черепашці команди малювання.</a:t>
            </a:r>
          </a:p>
          <a:p>
            <a:pPr algn="ctr"/>
            <a:r>
              <a:rPr lang="uk-UA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Якщо у вашій програмі є і команди введення-виведення, і команди малювання, перед початком малювання запишіть команду</a:t>
            </a:r>
          </a:p>
          <a:p>
            <a:pPr algn="ctr"/>
            <a:r>
              <a:rPr lang="en-US" sz="2800" b="1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pendown</a:t>
            </a:r>
            <a:r>
              <a:rPr lang="en-US" sz="28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() </a:t>
            </a:r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uk-UA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почати малювати;</a:t>
            </a:r>
          </a:p>
          <a:p>
            <a:pPr algn="ctr"/>
            <a:r>
              <a:rPr lang="uk-UA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 завершивши створення малюнку – команду</a:t>
            </a:r>
          </a:p>
          <a:p>
            <a:pPr algn="ctr"/>
            <a:r>
              <a:rPr lang="en-US" sz="2800" b="1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penup</a:t>
            </a:r>
            <a:r>
              <a:rPr lang="en-US" sz="28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() </a:t>
            </a:r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uk-UA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закінчити малювати</a:t>
            </a:r>
            <a:r>
              <a:rPr lang="uk-UA" sz="28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uk-UA" sz="2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 descr="https://ua.izzi.digital/DOS/193559/datastore/21/publication/193559/pictures/2022/12/04/b9dab29a45f3644be1c915e161c94bf1_inform-5_unit24_008.jpg?v=1736961012"/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620" b="89933" l="68943" r="9549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4596" y="2600325"/>
            <a:ext cx="7391400" cy="4257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54943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Мова програмування python що це? Як вивчити Пайтон? Основні навички для  python розробника | Кременчуцька газета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01017" y="5282576"/>
            <a:ext cx="2846266" cy="1575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https://ua.izzi.digital/DOS/193559/datastore/21/publication/193559/pictures/2022/12/04/b9dab29a45f3644be1c915e161c94bf1_inform-5_unit24_008.jpg?v=1736961012"/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620" b="89933" l="68943" r="9549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4596" y="2600325"/>
            <a:ext cx="7391400" cy="4257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8892044"/>
              </p:ext>
            </p:extLst>
          </p:nvPr>
        </p:nvGraphicFramePr>
        <p:xfrm>
          <a:off x="1918860" y="188844"/>
          <a:ext cx="8208912" cy="6228080"/>
        </p:xfrm>
        <a:graphic>
          <a:graphicData uri="http://schemas.openxmlformats.org/drawingml/2006/table">
            <a:tbl>
              <a:tblPr firstRow="1" bandRow="1">
                <a:tableStyleId>{91EBBBCC-DAD2-459C-BE2E-F6DE35CF9A28}</a:tableStyleId>
              </a:tblPr>
              <a:tblGrid>
                <a:gridCol w="17164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925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uk-UA" sz="2000" dirty="0" smtClean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Команда</a:t>
                      </a:r>
                      <a:endParaRPr lang="uk-UA" sz="20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2000" dirty="0" smtClean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Призначення</a:t>
                      </a:r>
                      <a:endParaRPr lang="uk-UA" sz="20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forward (n)</a:t>
                      </a:r>
                      <a:endParaRPr lang="uk-UA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dirty="0" err="1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Проповзти</a:t>
                      </a:r>
                      <a:r>
                        <a:rPr lang="ru-RU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вперед n </a:t>
                      </a:r>
                      <a:r>
                        <a:rPr lang="ru-RU" dirty="0" err="1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кроків</a:t>
                      </a:r>
                      <a:r>
                        <a:rPr lang="ru-RU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lang="ru-RU" dirty="0" err="1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пікселів</a:t>
                      </a:r>
                      <a:r>
                        <a:rPr lang="ru-RU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uk-UA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left (angle)</a:t>
                      </a:r>
                      <a:endParaRPr lang="uk-UA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 err="1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Повернути</a:t>
                      </a:r>
                      <a:r>
                        <a:rPr lang="ru-RU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dirty="0" err="1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ліворуч</a:t>
                      </a:r>
                      <a:r>
                        <a:rPr lang="ru-RU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на </a:t>
                      </a:r>
                      <a:r>
                        <a:rPr lang="ru-RU" dirty="0" err="1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angle</a:t>
                      </a:r>
                      <a:r>
                        <a:rPr lang="ru-RU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dirty="0" err="1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градусів</a:t>
                      </a:r>
                      <a:endParaRPr lang="uk-UA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right (angle)</a:t>
                      </a:r>
                      <a:endParaRPr lang="uk-UA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b="0" dirty="0" err="1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Повернути</a:t>
                      </a:r>
                      <a:r>
                        <a:rPr lang="ru-RU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b="0" dirty="0" err="1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праворуч</a:t>
                      </a:r>
                      <a:r>
                        <a:rPr lang="ru-RU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на </a:t>
                      </a:r>
                      <a:r>
                        <a:rPr lang="ru-RU" b="0" dirty="0" err="1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angle</a:t>
                      </a:r>
                      <a:r>
                        <a:rPr lang="ru-RU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b="0" dirty="0" err="1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градусів</a:t>
                      </a:r>
                      <a:endParaRPr lang="uk-UA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circle (r)</a:t>
                      </a:r>
                      <a:endParaRPr lang="uk-UA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uk-UA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Намалювати коло радіуса </a:t>
                      </a:r>
                      <a:r>
                        <a:rPr lang="en-US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</a:t>
                      </a:r>
                      <a:endParaRPr lang="uk-UA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circle (</a:t>
                      </a:r>
                      <a:r>
                        <a:rPr lang="en-US" b="0" dirty="0" err="1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r,angle</a:t>
                      </a:r>
                      <a:r>
                        <a:rPr lang="en-US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uk-UA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uk-UA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Намалювати дугу радіуса | </a:t>
                      </a:r>
                      <a:r>
                        <a:rPr lang="en-US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 | </a:t>
                      </a:r>
                      <a:r>
                        <a:rPr lang="uk-UA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 градусною мірою </a:t>
                      </a:r>
                      <a:r>
                        <a:rPr lang="en-US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angle</a:t>
                      </a:r>
                      <a:endParaRPr lang="uk-UA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 err="1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goto</a:t>
                      </a:r>
                      <a:r>
                        <a:rPr lang="en-US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lang="en-US" b="0" dirty="0" err="1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x,y</a:t>
                      </a:r>
                      <a:r>
                        <a:rPr lang="en-US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uk-UA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dirty="0" err="1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Перемістити</a:t>
                      </a:r>
                      <a:r>
                        <a:rPr lang="ru-RU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Черепашку в точку з координатами (x, y)</a:t>
                      </a:r>
                      <a:endParaRPr lang="uk-UA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down ()</a:t>
                      </a:r>
                      <a:endParaRPr lang="uk-UA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uk-UA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Опустити перо</a:t>
                      </a:r>
                      <a:endParaRPr lang="uk-UA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up ()</a:t>
                      </a:r>
                      <a:endParaRPr lang="uk-UA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uk-UA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Підняти перо</a:t>
                      </a:r>
                      <a:endParaRPr lang="uk-UA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width (n)</a:t>
                      </a:r>
                      <a:endParaRPr lang="uk-UA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dirty="0" err="1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Установити</a:t>
                      </a:r>
                      <a:r>
                        <a:rPr lang="ru-RU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ширину </a:t>
                      </a:r>
                      <a:r>
                        <a:rPr lang="ru-RU" b="0" dirty="0" err="1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сліду</a:t>
                      </a:r>
                      <a:r>
                        <a:rPr lang="ru-RU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Черепашки в n </a:t>
                      </a:r>
                      <a:r>
                        <a:rPr lang="ru-RU" b="0" dirty="0" err="1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пікселів</a:t>
                      </a:r>
                      <a:endParaRPr lang="uk-UA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write (s)</a:t>
                      </a:r>
                      <a:endParaRPr lang="uk-UA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dirty="0" err="1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Вивести</a:t>
                      </a:r>
                      <a:r>
                        <a:rPr lang="ru-RU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b="0" dirty="0" err="1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текстовий</a:t>
                      </a:r>
                      <a:r>
                        <a:rPr lang="ru-RU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рядок s у </a:t>
                      </a:r>
                      <a:r>
                        <a:rPr lang="ru-RU" b="0" dirty="0" err="1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точці</a:t>
                      </a:r>
                      <a:r>
                        <a:rPr lang="ru-RU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b="0" dirty="0" err="1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перебування</a:t>
                      </a:r>
                      <a:r>
                        <a:rPr lang="ru-RU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Черепашки</a:t>
                      </a:r>
                      <a:endParaRPr lang="uk-UA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clear ()</a:t>
                      </a:r>
                      <a:endParaRPr lang="uk-UA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uk-UA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Очищення області малювання</a:t>
                      </a:r>
                      <a:endParaRPr lang="uk-UA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uk-UA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</a:t>
                      </a:r>
                      <a:r>
                        <a:rPr lang="en-US" b="0" dirty="0" err="1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olor</a:t>
                      </a:r>
                      <a:r>
                        <a:rPr lang="en-US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(s)</a:t>
                      </a:r>
                      <a:endParaRPr lang="uk-UA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dirty="0" err="1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Установити</a:t>
                      </a:r>
                      <a:r>
                        <a:rPr lang="ru-RU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b="0" dirty="0" err="1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колір</a:t>
                      </a:r>
                      <a:r>
                        <a:rPr lang="ru-RU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b="0" dirty="0" err="1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сліду</a:t>
                      </a:r>
                      <a:r>
                        <a:rPr lang="ru-RU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Черепашки в s</a:t>
                      </a:r>
                      <a:endParaRPr lang="uk-UA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uk-UA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</a:t>
                      </a:r>
                      <a:r>
                        <a:rPr lang="en-US" b="0" dirty="0" err="1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olor</a:t>
                      </a:r>
                      <a:r>
                        <a:rPr lang="en-US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(s1,s2)</a:t>
                      </a:r>
                      <a:endParaRPr lang="uk-UA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dirty="0" err="1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Установити</a:t>
                      </a:r>
                      <a:r>
                        <a:rPr lang="ru-RU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b="0" dirty="0" err="1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колір</a:t>
                      </a:r>
                      <a:r>
                        <a:rPr lang="ru-RU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b="0" dirty="0" err="1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сліду</a:t>
                      </a:r>
                      <a:r>
                        <a:rPr lang="ru-RU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Черепашки в s1, а </a:t>
                      </a:r>
                      <a:r>
                        <a:rPr lang="ru-RU" b="0" dirty="0" err="1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колір</a:t>
                      </a:r>
                      <a:r>
                        <a:rPr lang="ru-RU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заливки </a:t>
                      </a:r>
                    </a:p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dirty="0" err="1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замкненої</a:t>
                      </a:r>
                      <a:r>
                        <a:rPr lang="ru-RU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b="0" dirty="0" err="1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фігури</a:t>
                      </a:r>
                      <a:r>
                        <a:rPr lang="ru-RU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— у s2</a:t>
                      </a:r>
                      <a:endParaRPr lang="uk-UA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 err="1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begin_fill</a:t>
                      </a:r>
                      <a:r>
                        <a:rPr lang="en-US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()</a:t>
                      </a:r>
                      <a:endParaRPr lang="uk-UA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dirty="0" err="1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Почати</a:t>
                      </a:r>
                      <a:r>
                        <a:rPr lang="ru-RU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b="0" dirty="0" err="1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стежити</a:t>
                      </a:r>
                      <a:r>
                        <a:rPr lang="ru-RU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за Черепашкою для </a:t>
                      </a:r>
                      <a:r>
                        <a:rPr lang="ru-RU" b="0" dirty="0" err="1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заповнення</a:t>
                      </a:r>
                      <a:r>
                        <a:rPr lang="ru-RU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b="0" dirty="0" err="1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області</a:t>
                      </a:r>
                      <a:endParaRPr lang="uk-UA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 err="1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end_fill</a:t>
                      </a:r>
                      <a:r>
                        <a:rPr lang="en-US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()</a:t>
                      </a:r>
                      <a:endParaRPr lang="uk-UA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0" dirty="0" err="1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Заповнити</a:t>
                      </a:r>
                      <a:r>
                        <a:rPr lang="ru-RU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b="0" dirty="0" err="1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кольором</a:t>
                      </a:r>
                      <a:r>
                        <a:rPr lang="ru-RU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s2 область, </a:t>
                      </a:r>
                      <a:r>
                        <a:rPr lang="ru-RU" b="0" dirty="0" err="1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починаючи</a:t>
                      </a:r>
                      <a:r>
                        <a:rPr lang="ru-RU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з </a:t>
                      </a:r>
                      <a:r>
                        <a:rPr lang="ru-RU" b="0" dirty="0" err="1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begin_fill</a:t>
                      </a:r>
                      <a:r>
                        <a:rPr lang="ru-RU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()</a:t>
                      </a:r>
                      <a:endParaRPr lang="uk-UA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41586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 smtClean="0"/>
              <a:t>Приклад</a:t>
            </a:r>
            <a:endParaRPr lang="uk-UA" dirty="0"/>
          </a:p>
        </p:txBody>
      </p:sp>
      <p:pic>
        <p:nvPicPr>
          <p:cNvPr id="8" name="Объект 7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0443" y="1353312"/>
            <a:ext cx="8093489" cy="4786129"/>
          </a:xfrm>
        </p:spPr>
      </p:pic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B7600-67E3-4D97-B453-880E2742B982}" type="slidenum">
              <a:rPr lang="en-US" smtClean="0"/>
              <a:t>13</a:t>
            </a:fld>
            <a:endParaRPr lang="en-US"/>
          </a:p>
        </p:txBody>
      </p:sp>
      <p:pic>
        <p:nvPicPr>
          <p:cNvPr id="7" name="Picture 2" descr="https://ua.izzi.digital/DOS/193559/datastore/21/publication/193559/pictures/2022/12/04/b9dab29a45f3644be1c915e161c94bf1_inform-5_unit24_008.jpg?v=1736961012"/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620" b="89933" l="68943" r="9549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2254" y="2600325"/>
            <a:ext cx="7391400" cy="4257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Мова програмування python що це? Як вивчити Пайтон? Основні навички для  python розробника | Кременчуцька газета"/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01017" y="5282576"/>
            <a:ext cx="2846266" cy="1575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Прямоугольник 9"/>
          <p:cNvSpPr/>
          <p:nvPr/>
        </p:nvSpPr>
        <p:spPr>
          <a:xfrm>
            <a:off x="9163878" y="5575852"/>
            <a:ext cx="490054" cy="563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2871669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https://ua.izzi.digital/DOS/193559/datastore/21/publication/193559/pictures/2022/12/04/b9dab29a45f3644be1c915e161c94bf1_inform-5_unit24_008.jpg?v=1736961012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620" b="89933" l="68943" r="9549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2254" y="2600325"/>
            <a:ext cx="7391400" cy="4257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Мова програмування python що це? Як вивчити Пайтон? Основні навички для  python розробника | Кременчуцька газета"/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01017" y="5282576"/>
            <a:ext cx="2846266" cy="1575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7582" y="97794"/>
            <a:ext cx="4233244" cy="6620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3"/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902"/>
          <a:stretch/>
        </p:blipFill>
        <p:spPr bwMode="auto">
          <a:xfrm>
            <a:off x="4463886" y="1933862"/>
            <a:ext cx="5862870" cy="48151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397972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488479"/>
            <a:ext cx="9760226" cy="84336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uk-UA" sz="4000" b="1" dirty="0" smtClean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Спробуйте створити такі зображення</a:t>
            </a:r>
            <a:endParaRPr lang="uk-UA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B7600-67E3-4D97-B453-880E2742B982}" type="slidenum">
              <a:rPr lang="en-US" smtClean="0"/>
              <a:t>15</a:t>
            </a:fld>
            <a:endParaRPr lang="en-US"/>
          </a:p>
        </p:txBody>
      </p:sp>
      <p:pic>
        <p:nvPicPr>
          <p:cNvPr id="7" name="Picture 2" descr="Мова програмування python що це? Як вивчити Пайтон? Основні навички для  python розробника | Кременчуцька газета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01017" y="5282576"/>
            <a:ext cx="2846266" cy="1575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https://ua.izzi.digital/DOS/193559/datastore/21/publication/193559/pictures/2022/12/05/43b74ccf85a8effc055e89e28fc3dc6f_inform-5_unit24_011-1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480" y="1377542"/>
            <a:ext cx="9892885" cy="2027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https://ua.izzi.digital/DOS/193559/datastore/21/publication/193559/pictures/2022/12/04/b9dab29a45f3644be1c915e161c94bf1_inform-5_unit24_008.jpg?v=1736961012"/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620" b="89933" l="68943" r="9549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2254" y="2600325"/>
            <a:ext cx="7391400" cy="4257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597652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CB435-CC94-4A79-91D6-FFCD67E9C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7120" y="1709738"/>
            <a:ext cx="6491845" cy="2852737"/>
          </a:xfrm>
        </p:spPr>
        <p:txBody>
          <a:bodyPr>
            <a:normAutofit/>
          </a:bodyPr>
          <a:lstStyle/>
          <a:p>
            <a:r>
              <a:rPr lang="uk-UA" sz="6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Дякую за увагу</a:t>
            </a:r>
            <a:r>
              <a:rPr lang="en-US" sz="6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  <a:endParaRPr lang="en-US" sz="6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978E58-1DFD-4153-BE18-AC20F7B49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72B7600-67E3-4D97-B453-880E2742B982}" type="slidenum">
              <a:rPr lang="en-US" smtClean="0"/>
              <a:pPr/>
              <a:t>16</a:t>
            </a:fld>
            <a:endParaRPr lang="en-US"/>
          </a:p>
        </p:txBody>
      </p:sp>
      <p:pic>
        <p:nvPicPr>
          <p:cNvPr id="15" name="Рисунок 14"/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307" r="26307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480356134"/>
      </p:ext>
    </p:extLst>
  </p:cSld>
  <p:clrMapOvr>
    <a:masterClrMapping/>
  </p:clrMapOvr>
</p:sld>
</file>

<file path=ppt/theme/theme1.xml><?xml version="1.0" encoding="utf-8"?>
<a:theme xmlns:a="http://schemas.openxmlformats.org/drawingml/2006/main" name="PresentationGO">
  <a:themeElements>
    <a:clrScheme name="abstract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134A61"/>
      </a:accent1>
      <a:accent2>
        <a:srgbClr val="DFDDC4"/>
      </a:accent2>
      <a:accent3>
        <a:srgbClr val="EDE6D5"/>
      </a:accent3>
      <a:accent4>
        <a:srgbClr val="144159"/>
      </a:accent4>
      <a:accent5>
        <a:srgbClr val="6E8387"/>
      </a:accent5>
      <a:accent6>
        <a:srgbClr val="F5F3ED"/>
      </a:accent6>
      <a:hlink>
        <a:srgbClr val="C4B897"/>
      </a:hlink>
      <a:folHlink>
        <a:srgbClr val="002E44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0239_T_PGO_Abstract-Rounded-16x9.pptx" id="{F7DE6305-8CDE-4371-8801-80394DB01DE8}" vid="{8240CAD9-87D8-4F88-ABE4-FECA5F54949B}"/>
    </a:ext>
  </a:extLst>
</a:theme>
</file>

<file path=ppt/theme/theme2.xml><?xml version="1.0" encoding="utf-8"?>
<a:theme xmlns:a="http://schemas.openxmlformats.org/drawingml/2006/main" name="Designed by PresentationG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0239_T_PGO_Abstract-Rounded-16x9.pptx" id="{F7DE6305-8CDE-4371-8801-80394DB01DE8}" vid="{DC986B37-92C8-461D-B37E-FF592711D608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0239_T_PGO_Abstract-Rounded-16x9</Template>
  <TotalTime>372</TotalTime>
  <Words>731</Words>
  <Application>Microsoft Office PowerPoint</Application>
  <PresentationFormat>Широкоэкранный</PresentationFormat>
  <Paragraphs>117</Paragraphs>
  <Slides>16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16</vt:i4>
      </vt:variant>
    </vt:vector>
  </HeadingPairs>
  <TitlesOfParts>
    <vt:vector size="24" baseType="lpstr">
      <vt:lpstr>Arial</vt:lpstr>
      <vt:lpstr>Arial Black</vt:lpstr>
      <vt:lpstr>Calibri</vt:lpstr>
      <vt:lpstr>Calibri Light</vt:lpstr>
      <vt:lpstr>Open Sans</vt:lpstr>
      <vt:lpstr>Times New Roman</vt:lpstr>
      <vt:lpstr>PresentationGO</vt:lpstr>
      <vt:lpstr>Designed by PresentationGO</vt:lpstr>
      <vt:lpstr>Лінійні алгоритми. Черепашача графіка</vt:lpstr>
      <vt:lpstr>Лінійні алгоритми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Черепашача графіка</vt:lpstr>
      <vt:lpstr>Презентация PowerPoint</vt:lpstr>
      <vt:lpstr>Презентация PowerPoint</vt:lpstr>
      <vt:lpstr>Презентация PowerPoint</vt:lpstr>
      <vt:lpstr>Презентация PowerPoint</vt:lpstr>
      <vt:lpstr>Приклад</vt:lpstr>
      <vt:lpstr>Презентация PowerPoint</vt:lpstr>
      <vt:lpstr>Презентация PowerPoint</vt:lpstr>
      <vt:lpstr>Дякую за увагу!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Поняття мови  програмування. Складові мови  програмування</dc:title>
  <dc:creator/>
  <dc:description>© Copyright PresentationGo.com</dc:description>
  <cp:lastModifiedBy>User</cp:lastModifiedBy>
  <cp:revision>22</cp:revision>
  <dcterms:created xsi:type="dcterms:W3CDTF">2024-11-18T09:01:48Z</dcterms:created>
  <dcterms:modified xsi:type="dcterms:W3CDTF">2026-03-31T21:07:08Z</dcterms:modified>
  <cp:category>Templates</cp:category>
</cp:coreProperties>
</file>